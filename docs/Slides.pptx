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y="5143500" cx="9144000"/>
  <p:notesSz cx="6858000" cy="9144000"/>
  <p:embeddedFontLst>
    <p:embeddedFont>
      <p:font typeface="Chakra Petch Medium"/>
      <p:regular r:id="rId24"/>
      <p:bold r:id="rId25"/>
      <p:italic r:id="rId26"/>
      <p:boldItalic r:id="rId27"/>
    </p:embeddedFont>
    <p:embeddedFont>
      <p:font typeface="Bebas Neue"/>
      <p:regular r:id="rId28"/>
    </p:embeddedFont>
    <p:embeddedFont>
      <p:font typeface="Fira Code"/>
      <p:regular r:id="rId29"/>
      <p:bold r:id="rId30"/>
    </p:embeddedFont>
    <p:embeddedFont>
      <p:font typeface="Chakra Petch"/>
      <p:regular r:id="rId31"/>
      <p:bold r:id="rId32"/>
      <p:italic r:id="rId33"/>
      <p:boldItalic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6A7E03C-2A14-415D-BD7D-55432BB6565A}">
  <a:tblStyle styleId="{A6A7E03C-2A14-415D-BD7D-55432BB6565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font" Target="fonts/ChakraPetchMedium-regular.fntdata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ChakraPetchMedium-italic.fntdata"/><Relationship Id="rId25" Type="http://schemas.openxmlformats.org/officeDocument/2006/relationships/font" Target="fonts/ChakraPetchMedium-bold.fntdata"/><Relationship Id="rId28" Type="http://schemas.openxmlformats.org/officeDocument/2006/relationships/font" Target="fonts/BebasNeue-regular.fntdata"/><Relationship Id="rId27" Type="http://schemas.openxmlformats.org/officeDocument/2006/relationships/font" Target="fonts/ChakraPetchMedium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FiraCode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ChakraPetch-regular.fntdata"/><Relationship Id="rId30" Type="http://schemas.openxmlformats.org/officeDocument/2006/relationships/font" Target="fonts/FiraCode-bold.fntdata"/><Relationship Id="rId11" Type="http://schemas.openxmlformats.org/officeDocument/2006/relationships/slide" Target="slides/slide5.xml"/><Relationship Id="rId33" Type="http://schemas.openxmlformats.org/officeDocument/2006/relationships/font" Target="fonts/ChakraPetch-italic.fntdata"/><Relationship Id="rId10" Type="http://schemas.openxmlformats.org/officeDocument/2006/relationships/slide" Target="slides/slide4.xml"/><Relationship Id="rId32" Type="http://schemas.openxmlformats.org/officeDocument/2006/relationships/font" Target="fonts/ChakraPetch-bold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34" Type="http://schemas.openxmlformats.org/officeDocument/2006/relationships/font" Target="fonts/ChakraPetch-boldItalic.fnt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5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p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7" name="Google Shape;65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g3b952a0bc92_3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3" name="Google Shape;663;g3b952a0bc92_3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7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Google Shape;668;g3b952a0bc92_3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9" name="Google Shape;669;g3b952a0bc92_3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g3b952a0bc92_3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5" name="Google Shape;675;g3b952a0bc92_3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9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Google Shape;680;g3b952a0bc92_3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1" name="Google Shape;681;g3b952a0bc92_3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5" name="Shape 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Google Shape;686;g3b952a0bc92_3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7" name="Google Shape;687;g3b952a0bc92_3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4" name="Shape 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Google Shape;695;g3b952a0bc92_3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6" name="Google Shape;696;g3b952a0bc92_3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0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Google Shape;701;g3b952a0bc92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2" name="Google Shape;702;g3b952a0bc92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6" name="Shape 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g3b952a0bc92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8" name="Google Shape;708;g3b952a0bc92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2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g3b9c2b1325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4" name="Google Shape;714;g3b9c2b1325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9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g3b952a0bc92_3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1" name="Google Shape;721;g3b952a0bc92_3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5" name="Shape 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6" name="Google Shape;726;g3b952a0bc92_3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7" name="Google Shape;727;g3b952a0bc92_3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2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Google Shape;733;g3b9c2b13255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4" name="Google Shape;734;g3b9c2b13255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Google Shape;742;g3b9c2b13255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3" name="Google Shape;743;g3b9c2b13255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7" name="Shape 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8" name="Google Shape;748;g3b9c2b13255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9" name="Google Shape;749;g3b9c2b13255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3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" name="Google Shape;754;g3b9c2b13255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5" name="Google Shape;755;g3b9c2b13255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9" name="Shape 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g32da652cb4d_3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1" name="Google Shape;761;g32da652cb4d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slidesgo.com/?utm_source=Slidesgo_template&amp;utm_medium=referral-link&amp;utm_campaign=SG_Credits&amp;utm_term=Freepik" TargetMode="External"/><Relationship Id="rId3" Type="http://schemas.openxmlformats.org/officeDocument/2006/relationships/hyperlink" Target="https://www.flaticon.com/?utm_source=slidesgo_template&amp;utm_medium=referral-link&amp;utm_campaign=sg_credits&amp;utm_content=flaticon" TargetMode="External"/><Relationship Id="rId4" Type="http://schemas.openxmlformats.org/officeDocument/2006/relationships/hyperlink" Target="https://www.freepik.com/home" TargetMode="Externa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69150" y="137187"/>
            <a:ext cx="9031450" cy="282372"/>
            <a:chOff x="69150" y="137187"/>
            <a:chExt cx="9031450" cy="282372"/>
          </a:xfrm>
        </p:grpSpPr>
        <p:cxnSp>
          <p:nvCxnSpPr>
            <p:cNvPr id="10" name="Google Shape;10;p2"/>
            <p:cNvCxnSpPr/>
            <p:nvPr/>
          </p:nvCxnSpPr>
          <p:spPr>
            <a:xfrm>
              <a:off x="78700" y="278373"/>
              <a:ext cx="9021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" name="Google Shape;11;p2"/>
            <p:cNvCxnSpPr/>
            <p:nvPr/>
          </p:nvCxnSpPr>
          <p:spPr>
            <a:xfrm>
              <a:off x="69150" y="207780"/>
              <a:ext cx="9021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" name="Google Shape;12;p2"/>
            <p:cNvCxnSpPr/>
            <p:nvPr/>
          </p:nvCxnSpPr>
          <p:spPr>
            <a:xfrm>
              <a:off x="73925" y="137187"/>
              <a:ext cx="9021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" name="Google Shape;13;p2"/>
            <p:cNvCxnSpPr/>
            <p:nvPr/>
          </p:nvCxnSpPr>
          <p:spPr>
            <a:xfrm>
              <a:off x="78700" y="419559"/>
              <a:ext cx="9021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" name="Google Shape;14;p2"/>
            <p:cNvCxnSpPr/>
            <p:nvPr/>
          </p:nvCxnSpPr>
          <p:spPr>
            <a:xfrm>
              <a:off x="78700" y="348966"/>
              <a:ext cx="9021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5" name="Google Shape;15;p2"/>
          <p:cNvSpPr/>
          <p:nvPr/>
        </p:nvSpPr>
        <p:spPr>
          <a:xfrm>
            <a:off x="70625" y="64225"/>
            <a:ext cx="9028500" cy="5028000"/>
          </a:xfrm>
          <a:prstGeom prst="roundRect">
            <a:avLst>
              <a:gd fmla="val 2044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6" name="Google Shape;16;p2"/>
          <p:cNvGrpSpPr/>
          <p:nvPr/>
        </p:nvGrpSpPr>
        <p:grpSpPr>
          <a:xfrm>
            <a:off x="234375" y="117804"/>
            <a:ext cx="256800" cy="256800"/>
            <a:chOff x="234375" y="110636"/>
            <a:chExt cx="256800" cy="256800"/>
          </a:xfrm>
        </p:grpSpPr>
        <p:sp>
          <p:nvSpPr>
            <p:cNvPr id="17" name="Google Shape;17;p2"/>
            <p:cNvSpPr/>
            <p:nvPr/>
          </p:nvSpPr>
          <p:spPr>
            <a:xfrm>
              <a:off x="234375" y="110636"/>
              <a:ext cx="256800" cy="2568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234375" y="110636"/>
              <a:ext cx="256800" cy="256800"/>
            </a:xfrm>
            <a:prstGeom prst="mathMultiply">
              <a:avLst>
                <a:gd fmla="val 23520" name="adj1"/>
              </a:avLst>
            </a:prstGeom>
            <a:solidFill>
              <a:schemeClr val="l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19" name="Google Shape;19;p2"/>
          <p:cNvCxnSpPr/>
          <p:nvPr/>
        </p:nvCxnSpPr>
        <p:spPr>
          <a:xfrm>
            <a:off x="73925" y="5008650"/>
            <a:ext cx="9021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20" name="Google Shape;20;p2"/>
          <p:cNvGrpSpPr/>
          <p:nvPr/>
        </p:nvGrpSpPr>
        <p:grpSpPr>
          <a:xfrm>
            <a:off x="6760300" y="117804"/>
            <a:ext cx="2161200" cy="256800"/>
            <a:chOff x="6760300" y="96350"/>
            <a:chExt cx="2161200" cy="256800"/>
          </a:xfrm>
        </p:grpSpPr>
        <p:sp>
          <p:nvSpPr>
            <p:cNvPr id="21" name="Google Shape;21;p2"/>
            <p:cNvSpPr/>
            <p:nvPr/>
          </p:nvSpPr>
          <p:spPr>
            <a:xfrm>
              <a:off x="6760300" y="96350"/>
              <a:ext cx="2161200" cy="2568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2" name="Google Shape;22;p2"/>
            <p:cNvGrpSpPr/>
            <p:nvPr/>
          </p:nvGrpSpPr>
          <p:grpSpPr>
            <a:xfrm>
              <a:off x="8683881" y="115948"/>
              <a:ext cx="159362" cy="217605"/>
              <a:chOff x="2025348" y="3145361"/>
              <a:chExt cx="406327" cy="554831"/>
            </a:xfrm>
          </p:grpSpPr>
          <p:sp>
            <p:nvSpPr>
              <p:cNvPr id="23" name="Google Shape;23;p2"/>
              <p:cNvSpPr/>
              <p:nvPr/>
            </p:nvSpPr>
            <p:spPr>
              <a:xfrm>
                <a:off x="2173889" y="3589660"/>
                <a:ext cx="184122" cy="110532"/>
              </a:xfrm>
              <a:custGeom>
                <a:rect b="b" l="l" r="r" t="t"/>
                <a:pathLst>
                  <a:path extrusionOk="0" h="3004" w="5004">
                    <a:moveTo>
                      <a:pt x="1001" y="1"/>
                    </a:moveTo>
                    <a:lnTo>
                      <a:pt x="1001" y="1002"/>
                    </a:lnTo>
                    <a:lnTo>
                      <a:pt x="0" y="1002"/>
                    </a:lnTo>
                    <a:lnTo>
                      <a:pt x="0" y="2002"/>
                    </a:lnTo>
                    <a:lnTo>
                      <a:pt x="1001" y="2002"/>
                    </a:lnTo>
                    <a:lnTo>
                      <a:pt x="1001" y="3003"/>
                    </a:lnTo>
                    <a:lnTo>
                      <a:pt x="4003" y="3003"/>
                    </a:lnTo>
                    <a:lnTo>
                      <a:pt x="4003" y="2002"/>
                    </a:lnTo>
                    <a:lnTo>
                      <a:pt x="5004" y="2002"/>
                    </a:lnTo>
                    <a:lnTo>
                      <a:pt x="5004" y="1002"/>
                    </a:lnTo>
                    <a:lnTo>
                      <a:pt x="4003" y="1002"/>
                    </a:lnTo>
                    <a:lnTo>
                      <a:pt x="400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" name="Google Shape;24;p2"/>
              <p:cNvSpPr/>
              <p:nvPr/>
            </p:nvSpPr>
            <p:spPr>
              <a:xfrm>
                <a:off x="2025348" y="3145361"/>
                <a:ext cx="406327" cy="406290"/>
              </a:xfrm>
              <a:custGeom>
                <a:rect b="b" l="l" r="r" t="t"/>
                <a:pathLst>
                  <a:path extrusionOk="0" h="11042" w="11043">
                    <a:moveTo>
                      <a:pt x="3003" y="1"/>
                    </a:moveTo>
                    <a:lnTo>
                      <a:pt x="3003" y="1001"/>
                    </a:lnTo>
                    <a:lnTo>
                      <a:pt x="1002" y="1001"/>
                    </a:lnTo>
                    <a:lnTo>
                      <a:pt x="1002" y="2002"/>
                    </a:lnTo>
                    <a:lnTo>
                      <a:pt x="1" y="2002"/>
                    </a:lnTo>
                    <a:lnTo>
                      <a:pt x="1" y="3003"/>
                    </a:lnTo>
                    <a:lnTo>
                      <a:pt x="1" y="4037"/>
                    </a:lnTo>
                    <a:lnTo>
                      <a:pt x="1" y="5038"/>
                    </a:lnTo>
                    <a:lnTo>
                      <a:pt x="1" y="6038"/>
                    </a:lnTo>
                    <a:lnTo>
                      <a:pt x="3003" y="6038"/>
                    </a:lnTo>
                    <a:lnTo>
                      <a:pt x="3003" y="5038"/>
                    </a:lnTo>
                    <a:lnTo>
                      <a:pt x="3003" y="4037"/>
                    </a:lnTo>
                    <a:lnTo>
                      <a:pt x="3003" y="3003"/>
                    </a:lnTo>
                    <a:lnTo>
                      <a:pt x="3003" y="2002"/>
                    </a:lnTo>
                    <a:lnTo>
                      <a:pt x="4037" y="2002"/>
                    </a:lnTo>
                    <a:lnTo>
                      <a:pt x="4037" y="1001"/>
                    </a:lnTo>
                    <a:lnTo>
                      <a:pt x="7039" y="1001"/>
                    </a:lnTo>
                    <a:lnTo>
                      <a:pt x="7039" y="2002"/>
                    </a:lnTo>
                    <a:lnTo>
                      <a:pt x="8040" y="2002"/>
                    </a:lnTo>
                    <a:lnTo>
                      <a:pt x="8040" y="3003"/>
                    </a:lnTo>
                    <a:lnTo>
                      <a:pt x="8040" y="4037"/>
                    </a:lnTo>
                    <a:lnTo>
                      <a:pt x="8040" y="5038"/>
                    </a:lnTo>
                    <a:lnTo>
                      <a:pt x="8040" y="6038"/>
                    </a:lnTo>
                    <a:lnTo>
                      <a:pt x="7039" y="6038"/>
                    </a:lnTo>
                    <a:lnTo>
                      <a:pt x="7039" y="7039"/>
                    </a:lnTo>
                    <a:lnTo>
                      <a:pt x="6038" y="7039"/>
                    </a:lnTo>
                    <a:lnTo>
                      <a:pt x="6038" y="8040"/>
                    </a:lnTo>
                    <a:lnTo>
                      <a:pt x="5038" y="8040"/>
                    </a:lnTo>
                    <a:lnTo>
                      <a:pt x="5038" y="9040"/>
                    </a:lnTo>
                    <a:lnTo>
                      <a:pt x="5038" y="10041"/>
                    </a:lnTo>
                    <a:lnTo>
                      <a:pt x="5038" y="11042"/>
                    </a:lnTo>
                    <a:lnTo>
                      <a:pt x="8040" y="11042"/>
                    </a:lnTo>
                    <a:lnTo>
                      <a:pt x="8040" y="10041"/>
                    </a:lnTo>
                    <a:lnTo>
                      <a:pt x="8040" y="9040"/>
                    </a:lnTo>
                    <a:lnTo>
                      <a:pt x="8040" y="8040"/>
                    </a:lnTo>
                    <a:lnTo>
                      <a:pt x="9041" y="8040"/>
                    </a:lnTo>
                    <a:lnTo>
                      <a:pt x="9041" y="7039"/>
                    </a:lnTo>
                    <a:lnTo>
                      <a:pt x="10041" y="7039"/>
                    </a:lnTo>
                    <a:lnTo>
                      <a:pt x="10041" y="6038"/>
                    </a:lnTo>
                    <a:lnTo>
                      <a:pt x="11042" y="6038"/>
                    </a:lnTo>
                    <a:lnTo>
                      <a:pt x="11042" y="5038"/>
                    </a:lnTo>
                    <a:lnTo>
                      <a:pt x="11042" y="4037"/>
                    </a:lnTo>
                    <a:lnTo>
                      <a:pt x="11042" y="3003"/>
                    </a:lnTo>
                    <a:lnTo>
                      <a:pt x="11042" y="2002"/>
                    </a:lnTo>
                    <a:lnTo>
                      <a:pt x="10041" y="2002"/>
                    </a:lnTo>
                    <a:lnTo>
                      <a:pt x="10041" y="1001"/>
                    </a:lnTo>
                    <a:lnTo>
                      <a:pt x="8040" y="1001"/>
                    </a:lnTo>
                    <a:lnTo>
                      <a:pt x="804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5" name="Google Shape;25;p2"/>
          <p:cNvSpPr txBox="1"/>
          <p:nvPr>
            <p:ph type="ctrTitle"/>
          </p:nvPr>
        </p:nvSpPr>
        <p:spPr>
          <a:xfrm>
            <a:off x="715150" y="941500"/>
            <a:ext cx="7713600" cy="3036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8500">
                <a:solidFill>
                  <a:srgbClr val="191919"/>
                </a:solidFill>
                <a:latin typeface="Chakra Petch Medium"/>
                <a:ea typeface="Chakra Petch Medium"/>
                <a:cs typeface="Chakra Petch Medium"/>
                <a:sym typeface="Chakra Petch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26" name="Google Shape;26;p2"/>
          <p:cNvSpPr txBox="1"/>
          <p:nvPr>
            <p:ph idx="1" type="subTitle"/>
          </p:nvPr>
        </p:nvSpPr>
        <p:spPr>
          <a:xfrm>
            <a:off x="715250" y="3952400"/>
            <a:ext cx="7713600" cy="24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7" name="Google Shape;27;p2"/>
          <p:cNvSpPr/>
          <p:nvPr/>
        </p:nvSpPr>
        <p:spPr>
          <a:xfrm>
            <a:off x="0" y="-11775"/>
            <a:ext cx="0" cy="11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oogle Shape;29;p3"/>
          <p:cNvGrpSpPr/>
          <p:nvPr/>
        </p:nvGrpSpPr>
        <p:grpSpPr>
          <a:xfrm>
            <a:off x="69150" y="137187"/>
            <a:ext cx="9031450" cy="282372"/>
            <a:chOff x="69150" y="137187"/>
            <a:chExt cx="9031450" cy="282372"/>
          </a:xfrm>
        </p:grpSpPr>
        <p:cxnSp>
          <p:nvCxnSpPr>
            <p:cNvPr id="30" name="Google Shape;30;p3"/>
            <p:cNvCxnSpPr/>
            <p:nvPr/>
          </p:nvCxnSpPr>
          <p:spPr>
            <a:xfrm>
              <a:off x="78700" y="278373"/>
              <a:ext cx="9021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1" name="Google Shape;31;p3"/>
            <p:cNvCxnSpPr/>
            <p:nvPr/>
          </p:nvCxnSpPr>
          <p:spPr>
            <a:xfrm>
              <a:off x="69150" y="207780"/>
              <a:ext cx="9021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2" name="Google Shape;32;p3"/>
            <p:cNvCxnSpPr/>
            <p:nvPr/>
          </p:nvCxnSpPr>
          <p:spPr>
            <a:xfrm>
              <a:off x="73925" y="137187"/>
              <a:ext cx="9021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3" name="Google Shape;33;p3"/>
            <p:cNvCxnSpPr/>
            <p:nvPr/>
          </p:nvCxnSpPr>
          <p:spPr>
            <a:xfrm>
              <a:off x="78700" y="419559"/>
              <a:ext cx="9021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4" name="Google Shape;34;p3"/>
            <p:cNvCxnSpPr/>
            <p:nvPr/>
          </p:nvCxnSpPr>
          <p:spPr>
            <a:xfrm>
              <a:off x="78700" y="348966"/>
              <a:ext cx="9021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5" name="Google Shape;35;p3"/>
          <p:cNvSpPr/>
          <p:nvPr/>
        </p:nvSpPr>
        <p:spPr>
          <a:xfrm>
            <a:off x="70625" y="64225"/>
            <a:ext cx="9028500" cy="5028000"/>
          </a:xfrm>
          <a:prstGeom prst="roundRect">
            <a:avLst>
              <a:gd fmla="val 2044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6" name="Google Shape;36;p3"/>
          <p:cNvGrpSpPr/>
          <p:nvPr/>
        </p:nvGrpSpPr>
        <p:grpSpPr>
          <a:xfrm>
            <a:off x="234375" y="117804"/>
            <a:ext cx="256800" cy="256800"/>
            <a:chOff x="234375" y="110636"/>
            <a:chExt cx="256800" cy="256800"/>
          </a:xfrm>
        </p:grpSpPr>
        <p:sp>
          <p:nvSpPr>
            <p:cNvPr id="37" name="Google Shape;37;p3"/>
            <p:cNvSpPr/>
            <p:nvPr/>
          </p:nvSpPr>
          <p:spPr>
            <a:xfrm>
              <a:off x="234375" y="110636"/>
              <a:ext cx="256800" cy="2568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>
              <a:off x="234375" y="110636"/>
              <a:ext cx="256800" cy="256800"/>
            </a:xfrm>
            <a:prstGeom prst="mathMultiply">
              <a:avLst>
                <a:gd fmla="val 23520" name="adj1"/>
              </a:avLst>
            </a:prstGeom>
            <a:solidFill>
              <a:schemeClr val="l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39" name="Google Shape;39;p3"/>
          <p:cNvCxnSpPr/>
          <p:nvPr/>
        </p:nvCxnSpPr>
        <p:spPr>
          <a:xfrm>
            <a:off x="73925" y="5008650"/>
            <a:ext cx="9021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40" name="Google Shape;40;p3"/>
          <p:cNvGrpSpPr/>
          <p:nvPr/>
        </p:nvGrpSpPr>
        <p:grpSpPr>
          <a:xfrm>
            <a:off x="6760300" y="117804"/>
            <a:ext cx="2161200" cy="256800"/>
            <a:chOff x="6760300" y="96350"/>
            <a:chExt cx="2161200" cy="256800"/>
          </a:xfrm>
        </p:grpSpPr>
        <p:sp>
          <p:nvSpPr>
            <p:cNvPr id="41" name="Google Shape;41;p3"/>
            <p:cNvSpPr/>
            <p:nvPr/>
          </p:nvSpPr>
          <p:spPr>
            <a:xfrm>
              <a:off x="6760300" y="96350"/>
              <a:ext cx="2161200" cy="2568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2" name="Google Shape;42;p3"/>
            <p:cNvGrpSpPr/>
            <p:nvPr/>
          </p:nvGrpSpPr>
          <p:grpSpPr>
            <a:xfrm>
              <a:off x="8683881" y="115948"/>
              <a:ext cx="159362" cy="217605"/>
              <a:chOff x="2025348" y="3145361"/>
              <a:chExt cx="406327" cy="554831"/>
            </a:xfrm>
          </p:grpSpPr>
          <p:sp>
            <p:nvSpPr>
              <p:cNvPr id="43" name="Google Shape;43;p3"/>
              <p:cNvSpPr/>
              <p:nvPr/>
            </p:nvSpPr>
            <p:spPr>
              <a:xfrm>
                <a:off x="2173889" y="3589660"/>
                <a:ext cx="184122" cy="110532"/>
              </a:xfrm>
              <a:custGeom>
                <a:rect b="b" l="l" r="r" t="t"/>
                <a:pathLst>
                  <a:path extrusionOk="0" h="3004" w="5004">
                    <a:moveTo>
                      <a:pt x="1001" y="1"/>
                    </a:moveTo>
                    <a:lnTo>
                      <a:pt x="1001" y="1002"/>
                    </a:lnTo>
                    <a:lnTo>
                      <a:pt x="0" y="1002"/>
                    </a:lnTo>
                    <a:lnTo>
                      <a:pt x="0" y="2002"/>
                    </a:lnTo>
                    <a:lnTo>
                      <a:pt x="1001" y="2002"/>
                    </a:lnTo>
                    <a:lnTo>
                      <a:pt x="1001" y="3003"/>
                    </a:lnTo>
                    <a:lnTo>
                      <a:pt x="4003" y="3003"/>
                    </a:lnTo>
                    <a:lnTo>
                      <a:pt x="4003" y="2002"/>
                    </a:lnTo>
                    <a:lnTo>
                      <a:pt x="5004" y="2002"/>
                    </a:lnTo>
                    <a:lnTo>
                      <a:pt x="5004" y="1002"/>
                    </a:lnTo>
                    <a:lnTo>
                      <a:pt x="4003" y="1002"/>
                    </a:lnTo>
                    <a:lnTo>
                      <a:pt x="400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" name="Google Shape;44;p3"/>
              <p:cNvSpPr/>
              <p:nvPr/>
            </p:nvSpPr>
            <p:spPr>
              <a:xfrm>
                <a:off x="2025348" y="3145361"/>
                <a:ext cx="406327" cy="406290"/>
              </a:xfrm>
              <a:custGeom>
                <a:rect b="b" l="l" r="r" t="t"/>
                <a:pathLst>
                  <a:path extrusionOk="0" h="11042" w="11043">
                    <a:moveTo>
                      <a:pt x="3003" y="1"/>
                    </a:moveTo>
                    <a:lnTo>
                      <a:pt x="3003" y="1001"/>
                    </a:lnTo>
                    <a:lnTo>
                      <a:pt x="1002" y="1001"/>
                    </a:lnTo>
                    <a:lnTo>
                      <a:pt x="1002" y="2002"/>
                    </a:lnTo>
                    <a:lnTo>
                      <a:pt x="1" y="2002"/>
                    </a:lnTo>
                    <a:lnTo>
                      <a:pt x="1" y="3003"/>
                    </a:lnTo>
                    <a:lnTo>
                      <a:pt x="1" y="4037"/>
                    </a:lnTo>
                    <a:lnTo>
                      <a:pt x="1" y="5038"/>
                    </a:lnTo>
                    <a:lnTo>
                      <a:pt x="1" y="6038"/>
                    </a:lnTo>
                    <a:lnTo>
                      <a:pt x="3003" y="6038"/>
                    </a:lnTo>
                    <a:lnTo>
                      <a:pt x="3003" y="5038"/>
                    </a:lnTo>
                    <a:lnTo>
                      <a:pt x="3003" y="4037"/>
                    </a:lnTo>
                    <a:lnTo>
                      <a:pt x="3003" y="3003"/>
                    </a:lnTo>
                    <a:lnTo>
                      <a:pt x="3003" y="2002"/>
                    </a:lnTo>
                    <a:lnTo>
                      <a:pt x="4037" y="2002"/>
                    </a:lnTo>
                    <a:lnTo>
                      <a:pt x="4037" y="1001"/>
                    </a:lnTo>
                    <a:lnTo>
                      <a:pt x="7039" y="1001"/>
                    </a:lnTo>
                    <a:lnTo>
                      <a:pt x="7039" y="2002"/>
                    </a:lnTo>
                    <a:lnTo>
                      <a:pt x="8040" y="2002"/>
                    </a:lnTo>
                    <a:lnTo>
                      <a:pt x="8040" y="3003"/>
                    </a:lnTo>
                    <a:lnTo>
                      <a:pt x="8040" y="4037"/>
                    </a:lnTo>
                    <a:lnTo>
                      <a:pt x="8040" y="5038"/>
                    </a:lnTo>
                    <a:lnTo>
                      <a:pt x="8040" y="6038"/>
                    </a:lnTo>
                    <a:lnTo>
                      <a:pt x="7039" y="6038"/>
                    </a:lnTo>
                    <a:lnTo>
                      <a:pt x="7039" y="7039"/>
                    </a:lnTo>
                    <a:lnTo>
                      <a:pt x="6038" y="7039"/>
                    </a:lnTo>
                    <a:lnTo>
                      <a:pt x="6038" y="8040"/>
                    </a:lnTo>
                    <a:lnTo>
                      <a:pt x="5038" y="8040"/>
                    </a:lnTo>
                    <a:lnTo>
                      <a:pt x="5038" y="9040"/>
                    </a:lnTo>
                    <a:lnTo>
                      <a:pt x="5038" y="10041"/>
                    </a:lnTo>
                    <a:lnTo>
                      <a:pt x="5038" y="11042"/>
                    </a:lnTo>
                    <a:lnTo>
                      <a:pt x="8040" y="11042"/>
                    </a:lnTo>
                    <a:lnTo>
                      <a:pt x="8040" y="10041"/>
                    </a:lnTo>
                    <a:lnTo>
                      <a:pt x="8040" y="9040"/>
                    </a:lnTo>
                    <a:lnTo>
                      <a:pt x="8040" y="8040"/>
                    </a:lnTo>
                    <a:lnTo>
                      <a:pt x="9041" y="8040"/>
                    </a:lnTo>
                    <a:lnTo>
                      <a:pt x="9041" y="7039"/>
                    </a:lnTo>
                    <a:lnTo>
                      <a:pt x="10041" y="7039"/>
                    </a:lnTo>
                    <a:lnTo>
                      <a:pt x="10041" y="6038"/>
                    </a:lnTo>
                    <a:lnTo>
                      <a:pt x="11042" y="6038"/>
                    </a:lnTo>
                    <a:lnTo>
                      <a:pt x="11042" y="5038"/>
                    </a:lnTo>
                    <a:lnTo>
                      <a:pt x="11042" y="4037"/>
                    </a:lnTo>
                    <a:lnTo>
                      <a:pt x="11042" y="3003"/>
                    </a:lnTo>
                    <a:lnTo>
                      <a:pt x="11042" y="2002"/>
                    </a:lnTo>
                    <a:lnTo>
                      <a:pt x="10041" y="2002"/>
                    </a:lnTo>
                    <a:lnTo>
                      <a:pt x="10041" y="1001"/>
                    </a:lnTo>
                    <a:lnTo>
                      <a:pt x="8040" y="1001"/>
                    </a:lnTo>
                    <a:lnTo>
                      <a:pt x="804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45" name="Google Shape;45;p3"/>
          <p:cNvSpPr txBox="1"/>
          <p:nvPr>
            <p:ph type="title"/>
          </p:nvPr>
        </p:nvSpPr>
        <p:spPr>
          <a:xfrm>
            <a:off x="1908675" y="2364788"/>
            <a:ext cx="53265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6" name="Google Shape;46;p3"/>
          <p:cNvSpPr txBox="1"/>
          <p:nvPr>
            <p:ph hasCustomPrompt="1" idx="2" type="title"/>
          </p:nvPr>
        </p:nvSpPr>
        <p:spPr>
          <a:xfrm>
            <a:off x="2996625" y="1522988"/>
            <a:ext cx="31509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47" name="Google Shape;47;p3"/>
          <p:cNvSpPr txBox="1"/>
          <p:nvPr>
            <p:ph idx="1" type="subTitle"/>
          </p:nvPr>
        </p:nvSpPr>
        <p:spPr>
          <a:xfrm>
            <a:off x="1908825" y="3310913"/>
            <a:ext cx="5326500" cy="30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4"/>
          <p:cNvGrpSpPr/>
          <p:nvPr/>
        </p:nvGrpSpPr>
        <p:grpSpPr>
          <a:xfrm>
            <a:off x="69150" y="137187"/>
            <a:ext cx="9031450" cy="282372"/>
            <a:chOff x="69150" y="137187"/>
            <a:chExt cx="9031450" cy="282372"/>
          </a:xfrm>
        </p:grpSpPr>
        <p:cxnSp>
          <p:nvCxnSpPr>
            <p:cNvPr id="50" name="Google Shape;50;p4"/>
            <p:cNvCxnSpPr/>
            <p:nvPr/>
          </p:nvCxnSpPr>
          <p:spPr>
            <a:xfrm>
              <a:off x="78700" y="278373"/>
              <a:ext cx="9021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1" name="Google Shape;51;p4"/>
            <p:cNvCxnSpPr/>
            <p:nvPr/>
          </p:nvCxnSpPr>
          <p:spPr>
            <a:xfrm>
              <a:off x="69150" y="207780"/>
              <a:ext cx="9021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2" name="Google Shape;52;p4"/>
            <p:cNvCxnSpPr/>
            <p:nvPr/>
          </p:nvCxnSpPr>
          <p:spPr>
            <a:xfrm>
              <a:off x="73925" y="137187"/>
              <a:ext cx="9021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3" name="Google Shape;53;p4"/>
            <p:cNvCxnSpPr/>
            <p:nvPr/>
          </p:nvCxnSpPr>
          <p:spPr>
            <a:xfrm>
              <a:off x="78700" y="419559"/>
              <a:ext cx="9021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4" name="Google Shape;54;p4"/>
            <p:cNvCxnSpPr/>
            <p:nvPr/>
          </p:nvCxnSpPr>
          <p:spPr>
            <a:xfrm>
              <a:off x="78700" y="348966"/>
              <a:ext cx="9021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55" name="Google Shape;55;p4"/>
          <p:cNvSpPr/>
          <p:nvPr/>
        </p:nvSpPr>
        <p:spPr>
          <a:xfrm>
            <a:off x="70625" y="64225"/>
            <a:ext cx="9028500" cy="5028000"/>
          </a:xfrm>
          <a:prstGeom prst="roundRect">
            <a:avLst>
              <a:gd fmla="val 2044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6" name="Google Shape;56;p4"/>
          <p:cNvGrpSpPr/>
          <p:nvPr/>
        </p:nvGrpSpPr>
        <p:grpSpPr>
          <a:xfrm>
            <a:off x="234375" y="117804"/>
            <a:ext cx="256800" cy="256800"/>
            <a:chOff x="234375" y="110636"/>
            <a:chExt cx="256800" cy="256800"/>
          </a:xfrm>
        </p:grpSpPr>
        <p:sp>
          <p:nvSpPr>
            <p:cNvPr id="57" name="Google Shape;57;p4"/>
            <p:cNvSpPr/>
            <p:nvPr/>
          </p:nvSpPr>
          <p:spPr>
            <a:xfrm>
              <a:off x="234375" y="110636"/>
              <a:ext cx="256800" cy="2568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4"/>
            <p:cNvSpPr/>
            <p:nvPr/>
          </p:nvSpPr>
          <p:spPr>
            <a:xfrm>
              <a:off x="234375" y="110636"/>
              <a:ext cx="256800" cy="256800"/>
            </a:xfrm>
            <a:prstGeom prst="mathMultiply">
              <a:avLst>
                <a:gd fmla="val 23520" name="adj1"/>
              </a:avLst>
            </a:prstGeom>
            <a:solidFill>
              <a:schemeClr val="l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59" name="Google Shape;59;p4"/>
          <p:cNvCxnSpPr/>
          <p:nvPr/>
        </p:nvCxnSpPr>
        <p:spPr>
          <a:xfrm>
            <a:off x="73925" y="5008650"/>
            <a:ext cx="9021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60" name="Google Shape;60;p4"/>
          <p:cNvGrpSpPr/>
          <p:nvPr/>
        </p:nvGrpSpPr>
        <p:grpSpPr>
          <a:xfrm>
            <a:off x="6760300" y="117804"/>
            <a:ext cx="2161200" cy="256800"/>
            <a:chOff x="6760300" y="96350"/>
            <a:chExt cx="2161200" cy="256800"/>
          </a:xfrm>
        </p:grpSpPr>
        <p:sp>
          <p:nvSpPr>
            <p:cNvPr id="61" name="Google Shape;61;p4"/>
            <p:cNvSpPr/>
            <p:nvPr/>
          </p:nvSpPr>
          <p:spPr>
            <a:xfrm>
              <a:off x="6760300" y="96350"/>
              <a:ext cx="2161200" cy="2568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62" name="Google Shape;62;p4"/>
            <p:cNvGrpSpPr/>
            <p:nvPr/>
          </p:nvGrpSpPr>
          <p:grpSpPr>
            <a:xfrm>
              <a:off x="8683881" y="115948"/>
              <a:ext cx="159362" cy="217605"/>
              <a:chOff x="2025348" y="3145361"/>
              <a:chExt cx="406327" cy="554831"/>
            </a:xfrm>
          </p:grpSpPr>
          <p:sp>
            <p:nvSpPr>
              <p:cNvPr id="63" name="Google Shape;63;p4"/>
              <p:cNvSpPr/>
              <p:nvPr/>
            </p:nvSpPr>
            <p:spPr>
              <a:xfrm>
                <a:off x="2173889" y="3589660"/>
                <a:ext cx="184122" cy="110532"/>
              </a:xfrm>
              <a:custGeom>
                <a:rect b="b" l="l" r="r" t="t"/>
                <a:pathLst>
                  <a:path extrusionOk="0" h="3004" w="5004">
                    <a:moveTo>
                      <a:pt x="1001" y="1"/>
                    </a:moveTo>
                    <a:lnTo>
                      <a:pt x="1001" y="1002"/>
                    </a:lnTo>
                    <a:lnTo>
                      <a:pt x="0" y="1002"/>
                    </a:lnTo>
                    <a:lnTo>
                      <a:pt x="0" y="2002"/>
                    </a:lnTo>
                    <a:lnTo>
                      <a:pt x="1001" y="2002"/>
                    </a:lnTo>
                    <a:lnTo>
                      <a:pt x="1001" y="3003"/>
                    </a:lnTo>
                    <a:lnTo>
                      <a:pt x="4003" y="3003"/>
                    </a:lnTo>
                    <a:lnTo>
                      <a:pt x="4003" y="2002"/>
                    </a:lnTo>
                    <a:lnTo>
                      <a:pt x="5004" y="2002"/>
                    </a:lnTo>
                    <a:lnTo>
                      <a:pt x="5004" y="1002"/>
                    </a:lnTo>
                    <a:lnTo>
                      <a:pt x="4003" y="1002"/>
                    </a:lnTo>
                    <a:lnTo>
                      <a:pt x="400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" name="Google Shape;64;p4"/>
              <p:cNvSpPr/>
              <p:nvPr/>
            </p:nvSpPr>
            <p:spPr>
              <a:xfrm>
                <a:off x="2025348" y="3145361"/>
                <a:ext cx="406327" cy="406290"/>
              </a:xfrm>
              <a:custGeom>
                <a:rect b="b" l="l" r="r" t="t"/>
                <a:pathLst>
                  <a:path extrusionOk="0" h="11042" w="11043">
                    <a:moveTo>
                      <a:pt x="3003" y="1"/>
                    </a:moveTo>
                    <a:lnTo>
                      <a:pt x="3003" y="1001"/>
                    </a:lnTo>
                    <a:lnTo>
                      <a:pt x="1002" y="1001"/>
                    </a:lnTo>
                    <a:lnTo>
                      <a:pt x="1002" y="2002"/>
                    </a:lnTo>
                    <a:lnTo>
                      <a:pt x="1" y="2002"/>
                    </a:lnTo>
                    <a:lnTo>
                      <a:pt x="1" y="3003"/>
                    </a:lnTo>
                    <a:lnTo>
                      <a:pt x="1" y="4037"/>
                    </a:lnTo>
                    <a:lnTo>
                      <a:pt x="1" y="5038"/>
                    </a:lnTo>
                    <a:lnTo>
                      <a:pt x="1" y="6038"/>
                    </a:lnTo>
                    <a:lnTo>
                      <a:pt x="3003" y="6038"/>
                    </a:lnTo>
                    <a:lnTo>
                      <a:pt x="3003" y="5038"/>
                    </a:lnTo>
                    <a:lnTo>
                      <a:pt x="3003" y="4037"/>
                    </a:lnTo>
                    <a:lnTo>
                      <a:pt x="3003" y="3003"/>
                    </a:lnTo>
                    <a:lnTo>
                      <a:pt x="3003" y="2002"/>
                    </a:lnTo>
                    <a:lnTo>
                      <a:pt x="4037" y="2002"/>
                    </a:lnTo>
                    <a:lnTo>
                      <a:pt x="4037" y="1001"/>
                    </a:lnTo>
                    <a:lnTo>
                      <a:pt x="7039" y="1001"/>
                    </a:lnTo>
                    <a:lnTo>
                      <a:pt x="7039" y="2002"/>
                    </a:lnTo>
                    <a:lnTo>
                      <a:pt x="8040" y="2002"/>
                    </a:lnTo>
                    <a:lnTo>
                      <a:pt x="8040" y="3003"/>
                    </a:lnTo>
                    <a:lnTo>
                      <a:pt x="8040" y="4037"/>
                    </a:lnTo>
                    <a:lnTo>
                      <a:pt x="8040" y="5038"/>
                    </a:lnTo>
                    <a:lnTo>
                      <a:pt x="8040" y="6038"/>
                    </a:lnTo>
                    <a:lnTo>
                      <a:pt x="7039" y="6038"/>
                    </a:lnTo>
                    <a:lnTo>
                      <a:pt x="7039" y="7039"/>
                    </a:lnTo>
                    <a:lnTo>
                      <a:pt x="6038" y="7039"/>
                    </a:lnTo>
                    <a:lnTo>
                      <a:pt x="6038" y="8040"/>
                    </a:lnTo>
                    <a:lnTo>
                      <a:pt x="5038" y="8040"/>
                    </a:lnTo>
                    <a:lnTo>
                      <a:pt x="5038" y="9040"/>
                    </a:lnTo>
                    <a:lnTo>
                      <a:pt x="5038" y="10041"/>
                    </a:lnTo>
                    <a:lnTo>
                      <a:pt x="5038" y="11042"/>
                    </a:lnTo>
                    <a:lnTo>
                      <a:pt x="8040" y="11042"/>
                    </a:lnTo>
                    <a:lnTo>
                      <a:pt x="8040" y="10041"/>
                    </a:lnTo>
                    <a:lnTo>
                      <a:pt x="8040" y="9040"/>
                    </a:lnTo>
                    <a:lnTo>
                      <a:pt x="8040" y="8040"/>
                    </a:lnTo>
                    <a:lnTo>
                      <a:pt x="9041" y="8040"/>
                    </a:lnTo>
                    <a:lnTo>
                      <a:pt x="9041" y="7039"/>
                    </a:lnTo>
                    <a:lnTo>
                      <a:pt x="10041" y="7039"/>
                    </a:lnTo>
                    <a:lnTo>
                      <a:pt x="10041" y="6038"/>
                    </a:lnTo>
                    <a:lnTo>
                      <a:pt x="11042" y="6038"/>
                    </a:lnTo>
                    <a:lnTo>
                      <a:pt x="11042" y="5038"/>
                    </a:lnTo>
                    <a:lnTo>
                      <a:pt x="11042" y="4037"/>
                    </a:lnTo>
                    <a:lnTo>
                      <a:pt x="11042" y="3003"/>
                    </a:lnTo>
                    <a:lnTo>
                      <a:pt x="11042" y="2002"/>
                    </a:lnTo>
                    <a:lnTo>
                      <a:pt x="10041" y="2002"/>
                    </a:lnTo>
                    <a:lnTo>
                      <a:pt x="10041" y="1001"/>
                    </a:lnTo>
                    <a:lnTo>
                      <a:pt x="8040" y="1001"/>
                    </a:lnTo>
                    <a:lnTo>
                      <a:pt x="804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65" name="Google Shape;65;p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66" name="Google Shape;66;p4"/>
          <p:cNvSpPr txBox="1"/>
          <p:nvPr>
            <p:ph idx="1" type="body"/>
          </p:nvPr>
        </p:nvSpPr>
        <p:spPr>
          <a:xfrm>
            <a:off x="720000" y="1161950"/>
            <a:ext cx="77040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5908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"/>
              <a:buAutoNum type="arabicPeriod"/>
              <a:defRPr b="1" sz="1000">
                <a:solidFill>
                  <a:srgbClr val="434343"/>
                </a:solidFill>
              </a:defRPr>
            </a:lvl1pPr>
            <a:lvl2pPr indent="-25908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"/>
              <a:buFont typeface="Roboto Condensed Light"/>
              <a:buAutoNum type="alphaLcPeriod"/>
              <a:defRPr>
                <a:solidFill>
                  <a:srgbClr val="434343"/>
                </a:solidFill>
              </a:defRPr>
            </a:lvl2pPr>
            <a:lvl3pPr indent="-25908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"/>
              <a:buFont typeface="Roboto Condensed Light"/>
              <a:buAutoNum type="romanLcPeriod"/>
              <a:defRPr>
                <a:solidFill>
                  <a:srgbClr val="434343"/>
                </a:solidFill>
              </a:defRPr>
            </a:lvl3pPr>
            <a:lvl4pPr indent="-25908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"/>
              <a:buFont typeface="Roboto Condensed Light"/>
              <a:buAutoNum type="arabicPeriod"/>
              <a:defRPr>
                <a:solidFill>
                  <a:srgbClr val="434343"/>
                </a:solidFill>
              </a:defRPr>
            </a:lvl4pPr>
            <a:lvl5pPr indent="-259079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"/>
              <a:buFont typeface="Roboto Condensed Light"/>
              <a:buAutoNum type="alphaLcPeriod"/>
              <a:defRPr>
                <a:solidFill>
                  <a:srgbClr val="434343"/>
                </a:solidFill>
              </a:defRPr>
            </a:lvl5pPr>
            <a:lvl6pPr indent="-259079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"/>
              <a:buFont typeface="Roboto Condensed Light"/>
              <a:buAutoNum type="romanLcPeriod"/>
              <a:defRPr>
                <a:solidFill>
                  <a:srgbClr val="434343"/>
                </a:solidFill>
              </a:defRPr>
            </a:lvl6pPr>
            <a:lvl7pPr indent="-259079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"/>
              <a:buFont typeface="Roboto Condensed Light"/>
              <a:buAutoNum type="arabicPeriod"/>
              <a:defRPr>
                <a:solidFill>
                  <a:srgbClr val="434343"/>
                </a:solidFill>
              </a:defRPr>
            </a:lvl7pPr>
            <a:lvl8pPr indent="-259079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"/>
              <a:buFont typeface="Roboto Condensed Light"/>
              <a:buAutoNum type="alphaLcPeriod"/>
              <a:defRPr>
                <a:solidFill>
                  <a:srgbClr val="434343"/>
                </a:solidFill>
              </a:defRPr>
            </a:lvl8pPr>
            <a:lvl9pPr indent="-259079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"/>
              <a:buFont typeface="Roboto Condensed Light"/>
              <a:buAutoNum type="romanLcPeriod"/>
              <a:defRPr>
                <a:solidFill>
                  <a:srgbClr val="434343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" name="Google Shape;68;p5"/>
          <p:cNvGrpSpPr/>
          <p:nvPr/>
        </p:nvGrpSpPr>
        <p:grpSpPr>
          <a:xfrm>
            <a:off x="69150" y="137187"/>
            <a:ext cx="9031450" cy="282372"/>
            <a:chOff x="69150" y="137187"/>
            <a:chExt cx="9031450" cy="282372"/>
          </a:xfrm>
        </p:grpSpPr>
        <p:cxnSp>
          <p:nvCxnSpPr>
            <p:cNvPr id="69" name="Google Shape;69;p5"/>
            <p:cNvCxnSpPr/>
            <p:nvPr/>
          </p:nvCxnSpPr>
          <p:spPr>
            <a:xfrm>
              <a:off x="78700" y="278373"/>
              <a:ext cx="9021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0" name="Google Shape;70;p5"/>
            <p:cNvCxnSpPr/>
            <p:nvPr/>
          </p:nvCxnSpPr>
          <p:spPr>
            <a:xfrm>
              <a:off x="69150" y="207780"/>
              <a:ext cx="9021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1" name="Google Shape;71;p5"/>
            <p:cNvCxnSpPr/>
            <p:nvPr/>
          </p:nvCxnSpPr>
          <p:spPr>
            <a:xfrm>
              <a:off x="73925" y="137187"/>
              <a:ext cx="9021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2" name="Google Shape;72;p5"/>
            <p:cNvCxnSpPr/>
            <p:nvPr/>
          </p:nvCxnSpPr>
          <p:spPr>
            <a:xfrm>
              <a:off x="78700" y="419559"/>
              <a:ext cx="9021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3" name="Google Shape;73;p5"/>
            <p:cNvCxnSpPr/>
            <p:nvPr/>
          </p:nvCxnSpPr>
          <p:spPr>
            <a:xfrm>
              <a:off x="78700" y="348966"/>
              <a:ext cx="9021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74" name="Google Shape;74;p5"/>
          <p:cNvSpPr/>
          <p:nvPr/>
        </p:nvSpPr>
        <p:spPr>
          <a:xfrm>
            <a:off x="70625" y="64225"/>
            <a:ext cx="9028500" cy="5028000"/>
          </a:xfrm>
          <a:prstGeom prst="roundRect">
            <a:avLst>
              <a:gd fmla="val 2044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5" name="Google Shape;75;p5"/>
          <p:cNvGrpSpPr/>
          <p:nvPr/>
        </p:nvGrpSpPr>
        <p:grpSpPr>
          <a:xfrm>
            <a:off x="234375" y="117804"/>
            <a:ext cx="256800" cy="256800"/>
            <a:chOff x="234375" y="110636"/>
            <a:chExt cx="256800" cy="256800"/>
          </a:xfrm>
        </p:grpSpPr>
        <p:sp>
          <p:nvSpPr>
            <p:cNvPr id="76" name="Google Shape;76;p5"/>
            <p:cNvSpPr/>
            <p:nvPr/>
          </p:nvSpPr>
          <p:spPr>
            <a:xfrm>
              <a:off x="234375" y="110636"/>
              <a:ext cx="256800" cy="2568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5"/>
            <p:cNvSpPr/>
            <p:nvPr/>
          </p:nvSpPr>
          <p:spPr>
            <a:xfrm>
              <a:off x="234375" y="110636"/>
              <a:ext cx="256800" cy="256800"/>
            </a:xfrm>
            <a:prstGeom prst="mathMultiply">
              <a:avLst>
                <a:gd fmla="val 23520" name="adj1"/>
              </a:avLst>
            </a:prstGeom>
            <a:solidFill>
              <a:schemeClr val="l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78" name="Google Shape;78;p5"/>
          <p:cNvCxnSpPr/>
          <p:nvPr/>
        </p:nvCxnSpPr>
        <p:spPr>
          <a:xfrm>
            <a:off x="73925" y="5008650"/>
            <a:ext cx="9021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79" name="Google Shape;79;p5"/>
          <p:cNvGrpSpPr/>
          <p:nvPr/>
        </p:nvGrpSpPr>
        <p:grpSpPr>
          <a:xfrm>
            <a:off x="6760300" y="117804"/>
            <a:ext cx="2161200" cy="256800"/>
            <a:chOff x="6760300" y="96350"/>
            <a:chExt cx="2161200" cy="256800"/>
          </a:xfrm>
        </p:grpSpPr>
        <p:sp>
          <p:nvSpPr>
            <p:cNvPr id="80" name="Google Shape;80;p5"/>
            <p:cNvSpPr/>
            <p:nvPr/>
          </p:nvSpPr>
          <p:spPr>
            <a:xfrm>
              <a:off x="6760300" y="96350"/>
              <a:ext cx="2161200" cy="2568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81" name="Google Shape;81;p5"/>
            <p:cNvGrpSpPr/>
            <p:nvPr/>
          </p:nvGrpSpPr>
          <p:grpSpPr>
            <a:xfrm>
              <a:off x="8683881" y="115948"/>
              <a:ext cx="159362" cy="217605"/>
              <a:chOff x="2025348" y="3145361"/>
              <a:chExt cx="406327" cy="554831"/>
            </a:xfrm>
          </p:grpSpPr>
          <p:sp>
            <p:nvSpPr>
              <p:cNvPr id="82" name="Google Shape;82;p5"/>
              <p:cNvSpPr/>
              <p:nvPr/>
            </p:nvSpPr>
            <p:spPr>
              <a:xfrm>
                <a:off x="2173889" y="3589660"/>
                <a:ext cx="184122" cy="110532"/>
              </a:xfrm>
              <a:custGeom>
                <a:rect b="b" l="l" r="r" t="t"/>
                <a:pathLst>
                  <a:path extrusionOk="0" h="3004" w="5004">
                    <a:moveTo>
                      <a:pt x="1001" y="1"/>
                    </a:moveTo>
                    <a:lnTo>
                      <a:pt x="1001" y="1002"/>
                    </a:lnTo>
                    <a:lnTo>
                      <a:pt x="0" y="1002"/>
                    </a:lnTo>
                    <a:lnTo>
                      <a:pt x="0" y="2002"/>
                    </a:lnTo>
                    <a:lnTo>
                      <a:pt x="1001" y="2002"/>
                    </a:lnTo>
                    <a:lnTo>
                      <a:pt x="1001" y="3003"/>
                    </a:lnTo>
                    <a:lnTo>
                      <a:pt x="4003" y="3003"/>
                    </a:lnTo>
                    <a:lnTo>
                      <a:pt x="4003" y="2002"/>
                    </a:lnTo>
                    <a:lnTo>
                      <a:pt x="5004" y="2002"/>
                    </a:lnTo>
                    <a:lnTo>
                      <a:pt x="5004" y="1002"/>
                    </a:lnTo>
                    <a:lnTo>
                      <a:pt x="4003" y="1002"/>
                    </a:lnTo>
                    <a:lnTo>
                      <a:pt x="400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" name="Google Shape;83;p5"/>
              <p:cNvSpPr/>
              <p:nvPr/>
            </p:nvSpPr>
            <p:spPr>
              <a:xfrm>
                <a:off x="2025348" y="3145361"/>
                <a:ext cx="406327" cy="406290"/>
              </a:xfrm>
              <a:custGeom>
                <a:rect b="b" l="l" r="r" t="t"/>
                <a:pathLst>
                  <a:path extrusionOk="0" h="11042" w="11043">
                    <a:moveTo>
                      <a:pt x="3003" y="1"/>
                    </a:moveTo>
                    <a:lnTo>
                      <a:pt x="3003" y="1001"/>
                    </a:lnTo>
                    <a:lnTo>
                      <a:pt x="1002" y="1001"/>
                    </a:lnTo>
                    <a:lnTo>
                      <a:pt x="1002" y="2002"/>
                    </a:lnTo>
                    <a:lnTo>
                      <a:pt x="1" y="2002"/>
                    </a:lnTo>
                    <a:lnTo>
                      <a:pt x="1" y="3003"/>
                    </a:lnTo>
                    <a:lnTo>
                      <a:pt x="1" y="4037"/>
                    </a:lnTo>
                    <a:lnTo>
                      <a:pt x="1" y="5038"/>
                    </a:lnTo>
                    <a:lnTo>
                      <a:pt x="1" y="6038"/>
                    </a:lnTo>
                    <a:lnTo>
                      <a:pt x="3003" y="6038"/>
                    </a:lnTo>
                    <a:lnTo>
                      <a:pt x="3003" y="5038"/>
                    </a:lnTo>
                    <a:lnTo>
                      <a:pt x="3003" y="4037"/>
                    </a:lnTo>
                    <a:lnTo>
                      <a:pt x="3003" y="3003"/>
                    </a:lnTo>
                    <a:lnTo>
                      <a:pt x="3003" y="2002"/>
                    </a:lnTo>
                    <a:lnTo>
                      <a:pt x="4037" y="2002"/>
                    </a:lnTo>
                    <a:lnTo>
                      <a:pt x="4037" y="1001"/>
                    </a:lnTo>
                    <a:lnTo>
                      <a:pt x="7039" y="1001"/>
                    </a:lnTo>
                    <a:lnTo>
                      <a:pt x="7039" y="2002"/>
                    </a:lnTo>
                    <a:lnTo>
                      <a:pt x="8040" y="2002"/>
                    </a:lnTo>
                    <a:lnTo>
                      <a:pt x="8040" y="3003"/>
                    </a:lnTo>
                    <a:lnTo>
                      <a:pt x="8040" y="4037"/>
                    </a:lnTo>
                    <a:lnTo>
                      <a:pt x="8040" y="5038"/>
                    </a:lnTo>
                    <a:lnTo>
                      <a:pt x="8040" y="6038"/>
                    </a:lnTo>
                    <a:lnTo>
                      <a:pt x="7039" y="6038"/>
                    </a:lnTo>
                    <a:lnTo>
                      <a:pt x="7039" y="7039"/>
                    </a:lnTo>
                    <a:lnTo>
                      <a:pt x="6038" y="7039"/>
                    </a:lnTo>
                    <a:lnTo>
                      <a:pt x="6038" y="8040"/>
                    </a:lnTo>
                    <a:lnTo>
                      <a:pt x="5038" y="8040"/>
                    </a:lnTo>
                    <a:lnTo>
                      <a:pt x="5038" y="9040"/>
                    </a:lnTo>
                    <a:lnTo>
                      <a:pt x="5038" y="10041"/>
                    </a:lnTo>
                    <a:lnTo>
                      <a:pt x="5038" y="11042"/>
                    </a:lnTo>
                    <a:lnTo>
                      <a:pt x="8040" y="11042"/>
                    </a:lnTo>
                    <a:lnTo>
                      <a:pt x="8040" y="10041"/>
                    </a:lnTo>
                    <a:lnTo>
                      <a:pt x="8040" y="9040"/>
                    </a:lnTo>
                    <a:lnTo>
                      <a:pt x="8040" y="8040"/>
                    </a:lnTo>
                    <a:lnTo>
                      <a:pt x="9041" y="8040"/>
                    </a:lnTo>
                    <a:lnTo>
                      <a:pt x="9041" y="7039"/>
                    </a:lnTo>
                    <a:lnTo>
                      <a:pt x="10041" y="7039"/>
                    </a:lnTo>
                    <a:lnTo>
                      <a:pt x="10041" y="6038"/>
                    </a:lnTo>
                    <a:lnTo>
                      <a:pt x="11042" y="6038"/>
                    </a:lnTo>
                    <a:lnTo>
                      <a:pt x="11042" y="5038"/>
                    </a:lnTo>
                    <a:lnTo>
                      <a:pt x="11042" y="4037"/>
                    </a:lnTo>
                    <a:lnTo>
                      <a:pt x="11042" y="3003"/>
                    </a:lnTo>
                    <a:lnTo>
                      <a:pt x="11042" y="2002"/>
                    </a:lnTo>
                    <a:lnTo>
                      <a:pt x="10041" y="2002"/>
                    </a:lnTo>
                    <a:lnTo>
                      <a:pt x="10041" y="1001"/>
                    </a:lnTo>
                    <a:lnTo>
                      <a:pt x="8040" y="1001"/>
                    </a:lnTo>
                    <a:lnTo>
                      <a:pt x="804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84" name="Google Shape;84;p5"/>
          <p:cNvSpPr txBox="1"/>
          <p:nvPr>
            <p:ph idx="1" type="subTitle"/>
          </p:nvPr>
        </p:nvSpPr>
        <p:spPr>
          <a:xfrm>
            <a:off x="897338" y="1992600"/>
            <a:ext cx="3390600" cy="44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400">
                <a:latin typeface="Chakra Petch Medium"/>
                <a:ea typeface="Chakra Petch Medium"/>
                <a:cs typeface="Chakra Petch Medium"/>
                <a:sym typeface="Chakra Petch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85" name="Google Shape;85;p5"/>
          <p:cNvSpPr txBox="1"/>
          <p:nvPr>
            <p:ph idx="2" type="subTitle"/>
          </p:nvPr>
        </p:nvSpPr>
        <p:spPr>
          <a:xfrm>
            <a:off x="4856037" y="1992600"/>
            <a:ext cx="3390600" cy="44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400">
                <a:latin typeface="Chakra Petch Medium"/>
                <a:ea typeface="Chakra Petch Medium"/>
                <a:cs typeface="Chakra Petch Medium"/>
                <a:sym typeface="Chakra Petch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86" name="Google Shape;86;p5"/>
          <p:cNvSpPr txBox="1"/>
          <p:nvPr>
            <p:ph idx="3" type="subTitle"/>
          </p:nvPr>
        </p:nvSpPr>
        <p:spPr>
          <a:xfrm>
            <a:off x="897338" y="2437500"/>
            <a:ext cx="3390600" cy="713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5"/>
          <p:cNvSpPr txBox="1"/>
          <p:nvPr>
            <p:ph idx="4" type="subTitle"/>
          </p:nvPr>
        </p:nvSpPr>
        <p:spPr>
          <a:xfrm>
            <a:off x="4856038" y="2437500"/>
            <a:ext cx="3390600" cy="713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0" name="Google Shape;90;p6"/>
          <p:cNvGrpSpPr/>
          <p:nvPr/>
        </p:nvGrpSpPr>
        <p:grpSpPr>
          <a:xfrm>
            <a:off x="69150" y="137187"/>
            <a:ext cx="9031450" cy="282372"/>
            <a:chOff x="69150" y="137187"/>
            <a:chExt cx="9031450" cy="282372"/>
          </a:xfrm>
        </p:grpSpPr>
        <p:cxnSp>
          <p:nvCxnSpPr>
            <p:cNvPr id="91" name="Google Shape;91;p6"/>
            <p:cNvCxnSpPr/>
            <p:nvPr/>
          </p:nvCxnSpPr>
          <p:spPr>
            <a:xfrm>
              <a:off x="78700" y="278373"/>
              <a:ext cx="9021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2" name="Google Shape;92;p6"/>
            <p:cNvCxnSpPr/>
            <p:nvPr/>
          </p:nvCxnSpPr>
          <p:spPr>
            <a:xfrm>
              <a:off x="69150" y="207780"/>
              <a:ext cx="9021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3" name="Google Shape;93;p6"/>
            <p:cNvCxnSpPr/>
            <p:nvPr/>
          </p:nvCxnSpPr>
          <p:spPr>
            <a:xfrm>
              <a:off x="73925" y="137187"/>
              <a:ext cx="9021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4" name="Google Shape;94;p6"/>
            <p:cNvCxnSpPr/>
            <p:nvPr/>
          </p:nvCxnSpPr>
          <p:spPr>
            <a:xfrm>
              <a:off x="78700" y="419559"/>
              <a:ext cx="9021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5" name="Google Shape;95;p6"/>
            <p:cNvCxnSpPr/>
            <p:nvPr/>
          </p:nvCxnSpPr>
          <p:spPr>
            <a:xfrm>
              <a:off x="78700" y="348966"/>
              <a:ext cx="9021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96" name="Google Shape;96;p6"/>
          <p:cNvSpPr/>
          <p:nvPr/>
        </p:nvSpPr>
        <p:spPr>
          <a:xfrm>
            <a:off x="70625" y="64225"/>
            <a:ext cx="9028500" cy="5028000"/>
          </a:xfrm>
          <a:prstGeom prst="roundRect">
            <a:avLst>
              <a:gd fmla="val 2044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7" name="Google Shape;97;p6"/>
          <p:cNvGrpSpPr/>
          <p:nvPr/>
        </p:nvGrpSpPr>
        <p:grpSpPr>
          <a:xfrm>
            <a:off x="234375" y="117804"/>
            <a:ext cx="256800" cy="256800"/>
            <a:chOff x="234375" y="110636"/>
            <a:chExt cx="256800" cy="256800"/>
          </a:xfrm>
        </p:grpSpPr>
        <p:sp>
          <p:nvSpPr>
            <p:cNvPr id="98" name="Google Shape;98;p6"/>
            <p:cNvSpPr/>
            <p:nvPr/>
          </p:nvSpPr>
          <p:spPr>
            <a:xfrm>
              <a:off x="234375" y="110636"/>
              <a:ext cx="256800" cy="2568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" name="Google Shape;99;p6"/>
            <p:cNvSpPr/>
            <p:nvPr/>
          </p:nvSpPr>
          <p:spPr>
            <a:xfrm>
              <a:off x="234375" y="110636"/>
              <a:ext cx="256800" cy="256800"/>
            </a:xfrm>
            <a:prstGeom prst="mathMultiply">
              <a:avLst>
                <a:gd fmla="val 23520" name="adj1"/>
              </a:avLst>
            </a:prstGeom>
            <a:solidFill>
              <a:schemeClr val="l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100" name="Google Shape;100;p6"/>
          <p:cNvCxnSpPr/>
          <p:nvPr/>
        </p:nvCxnSpPr>
        <p:spPr>
          <a:xfrm>
            <a:off x="73925" y="5008650"/>
            <a:ext cx="9021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01" name="Google Shape;101;p6"/>
          <p:cNvGrpSpPr/>
          <p:nvPr/>
        </p:nvGrpSpPr>
        <p:grpSpPr>
          <a:xfrm>
            <a:off x="6760300" y="117804"/>
            <a:ext cx="2161200" cy="256800"/>
            <a:chOff x="6760300" y="96350"/>
            <a:chExt cx="2161200" cy="256800"/>
          </a:xfrm>
        </p:grpSpPr>
        <p:sp>
          <p:nvSpPr>
            <p:cNvPr id="102" name="Google Shape;102;p6"/>
            <p:cNvSpPr/>
            <p:nvPr/>
          </p:nvSpPr>
          <p:spPr>
            <a:xfrm>
              <a:off x="6760300" y="96350"/>
              <a:ext cx="2161200" cy="2568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03" name="Google Shape;103;p6"/>
            <p:cNvGrpSpPr/>
            <p:nvPr/>
          </p:nvGrpSpPr>
          <p:grpSpPr>
            <a:xfrm>
              <a:off x="8683881" y="115948"/>
              <a:ext cx="159362" cy="217605"/>
              <a:chOff x="2025348" y="3145361"/>
              <a:chExt cx="406327" cy="554831"/>
            </a:xfrm>
          </p:grpSpPr>
          <p:sp>
            <p:nvSpPr>
              <p:cNvPr id="104" name="Google Shape;104;p6"/>
              <p:cNvSpPr/>
              <p:nvPr/>
            </p:nvSpPr>
            <p:spPr>
              <a:xfrm>
                <a:off x="2173889" y="3589660"/>
                <a:ext cx="184122" cy="110532"/>
              </a:xfrm>
              <a:custGeom>
                <a:rect b="b" l="l" r="r" t="t"/>
                <a:pathLst>
                  <a:path extrusionOk="0" h="3004" w="5004">
                    <a:moveTo>
                      <a:pt x="1001" y="1"/>
                    </a:moveTo>
                    <a:lnTo>
                      <a:pt x="1001" y="1002"/>
                    </a:lnTo>
                    <a:lnTo>
                      <a:pt x="0" y="1002"/>
                    </a:lnTo>
                    <a:lnTo>
                      <a:pt x="0" y="2002"/>
                    </a:lnTo>
                    <a:lnTo>
                      <a:pt x="1001" y="2002"/>
                    </a:lnTo>
                    <a:lnTo>
                      <a:pt x="1001" y="3003"/>
                    </a:lnTo>
                    <a:lnTo>
                      <a:pt x="4003" y="3003"/>
                    </a:lnTo>
                    <a:lnTo>
                      <a:pt x="4003" y="2002"/>
                    </a:lnTo>
                    <a:lnTo>
                      <a:pt x="5004" y="2002"/>
                    </a:lnTo>
                    <a:lnTo>
                      <a:pt x="5004" y="1002"/>
                    </a:lnTo>
                    <a:lnTo>
                      <a:pt x="4003" y="1002"/>
                    </a:lnTo>
                    <a:lnTo>
                      <a:pt x="400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5" name="Google Shape;105;p6"/>
              <p:cNvSpPr/>
              <p:nvPr/>
            </p:nvSpPr>
            <p:spPr>
              <a:xfrm>
                <a:off x="2025348" y="3145361"/>
                <a:ext cx="406327" cy="406290"/>
              </a:xfrm>
              <a:custGeom>
                <a:rect b="b" l="l" r="r" t="t"/>
                <a:pathLst>
                  <a:path extrusionOk="0" h="11042" w="11043">
                    <a:moveTo>
                      <a:pt x="3003" y="1"/>
                    </a:moveTo>
                    <a:lnTo>
                      <a:pt x="3003" y="1001"/>
                    </a:lnTo>
                    <a:lnTo>
                      <a:pt x="1002" y="1001"/>
                    </a:lnTo>
                    <a:lnTo>
                      <a:pt x="1002" y="2002"/>
                    </a:lnTo>
                    <a:lnTo>
                      <a:pt x="1" y="2002"/>
                    </a:lnTo>
                    <a:lnTo>
                      <a:pt x="1" y="3003"/>
                    </a:lnTo>
                    <a:lnTo>
                      <a:pt x="1" y="4037"/>
                    </a:lnTo>
                    <a:lnTo>
                      <a:pt x="1" y="5038"/>
                    </a:lnTo>
                    <a:lnTo>
                      <a:pt x="1" y="6038"/>
                    </a:lnTo>
                    <a:lnTo>
                      <a:pt x="3003" y="6038"/>
                    </a:lnTo>
                    <a:lnTo>
                      <a:pt x="3003" y="5038"/>
                    </a:lnTo>
                    <a:lnTo>
                      <a:pt x="3003" y="4037"/>
                    </a:lnTo>
                    <a:lnTo>
                      <a:pt x="3003" y="3003"/>
                    </a:lnTo>
                    <a:lnTo>
                      <a:pt x="3003" y="2002"/>
                    </a:lnTo>
                    <a:lnTo>
                      <a:pt x="4037" y="2002"/>
                    </a:lnTo>
                    <a:lnTo>
                      <a:pt x="4037" y="1001"/>
                    </a:lnTo>
                    <a:lnTo>
                      <a:pt x="7039" y="1001"/>
                    </a:lnTo>
                    <a:lnTo>
                      <a:pt x="7039" y="2002"/>
                    </a:lnTo>
                    <a:lnTo>
                      <a:pt x="8040" y="2002"/>
                    </a:lnTo>
                    <a:lnTo>
                      <a:pt x="8040" y="3003"/>
                    </a:lnTo>
                    <a:lnTo>
                      <a:pt x="8040" y="4037"/>
                    </a:lnTo>
                    <a:lnTo>
                      <a:pt x="8040" y="5038"/>
                    </a:lnTo>
                    <a:lnTo>
                      <a:pt x="8040" y="6038"/>
                    </a:lnTo>
                    <a:lnTo>
                      <a:pt x="7039" y="6038"/>
                    </a:lnTo>
                    <a:lnTo>
                      <a:pt x="7039" y="7039"/>
                    </a:lnTo>
                    <a:lnTo>
                      <a:pt x="6038" y="7039"/>
                    </a:lnTo>
                    <a:lnTo>
                      <a:pt x="6038" y="8040"/>
                    </a:lnTo>
                    <a:lnTo>
                      <a:pt x="5038" y="8040"/>
                    </a:lnTo>
                    <a:lnTo>
                      <a:pt x="5038" y="9040"/>
                    </a:lnTo>
                    <a:lnTo>
                      <a:pt x="5038" y="10041"/>
                    </a:lnTo>
                    <a:lnTo>
                      <a:pt x="5038" y="11042"/>
                    </a:lnTo>
                    <a:lnTo>
                      <a:pt x="8040" y="11042"/>
                    </a:lnTo>
                    <a:lnTo>
                      <a:pt x="8040" y="10041"/>
                    </a:lnTo>
                    <a:lnTo>
                      <a:pt x="8040" y="9040"/>
                    </a:lnTo>
                    <a:lnTo>
                      <a:pt x="8040" y="8040"/>
                    </a:lnTo>
                    <a:lnTo>
                      <a:pt x="9041" y="8040"/>
                    </a:lnTo>
                    <a:lnTo>
                      <a:pt x="9041" y="7039"/>
                    </a:lnTo>
                    <a:lnTo>
                      <a:pt x="10041" y="7039"/>
                    </a:lnTo>
                    <a:lnTo>
                      <a:pt x="10041" y="6038"/>
                    </a:lnTo>
                    <a:lnTo>
                      <a:pt x="11042" y="6038"/>
                    </a:lnTo>
                    <a:lnTo>
                      <a:pt x="11042" y="5038"/>
                    </a:lnTo>
                    <a:lnTo>
                      <a:pt x="11042" y="4037"/>
                    </a:lnTo>
                    <a:lnTo>
                      <a:pt x="11042" y="3003"/>
                    </a:lnTo>
                    <a:lnTo>
                      <a:pt x="11042" y="2002"/>
                    </a:lnTo>
                    <a:lnTo>
                      <a:pt x="10041" y="2002"/>
                    </a:lnTo>
                    <a:lnTo>
                      <a:pt x="10041" y="1001"/>
                    </a:lnTo>
                    <a:lnTo>
                      <a:pt x="8040" y="1001"/>
                    </a:lnTo>
                    <a:lnTo>
                      <a:pt x="804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06" name="Google Shape;106;p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7"/>
          <p:cNvGrpSpPr/>
          <p:nvPr/>
        </p:nvGrpSpPr>
        <p:grpSpPr>
          <a:xfrm>
            <a:off x="69150" y="137187"/>
            <a:ext cx="9031450" cy="282372"/>
            <a:chOff x="69150" y="137187"/>
            <a:chExt cx="9031450" cy="282372"/>
          </a:xfrm>
        </p:grpSpPr>
        <p:cxnSp>
          <p:nvCxnSpPr>
            <p:cNvPr id="109" name="Google Shape;109;p7"/>
            <p:cNvCxnSpPr/>
            <p:nvPr/>
          </p:nvCxnSpPr>
          <p:spPr>
            <a:xfrm>
              <a:off x="78700" y="278373"/>
              <a:ext cx="9021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0" name="Google Shape;110;p7"/>
            <p:cNvCxnSpPr/>
            <p:nvPr/>
          </p:nvCxnSpPr>
          <p:spPr>
            <a:xfrm>
              <a:off x="69150" y="207780"/>
              <a:ext cx="9021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1" name="Google Shape;111;p7"/>
            <p:cNvCxnSpPr/>
            <p:nvPr/>
          </p:nvCxnSpPr>
          <p:spPr>
            <a:xfrm>
              <a:off x="73925" y="137187"/>
              <a:ext cx="9021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2" name="Google Shape;112;p7"/>
            <p:cNvCxnSpPr/>
            <p:nvPr/>
          </p:nvCxnSpPr>
          <p:spPr>
            <a:xfrm>
              <a:off x="78700" y="419559"/>
              <a:ext cx="9021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3" name="Google Shape;113;p7"/>
            <p:cNvCxnSpPr/>
            <p:nvPr/>
          </p:nvCxnSpPr>
          <p:spPr>
            <a:xfrm>
              <a:off x="78700" y="348966"/>
              <a:ext cx="9021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14" name="Google Shape;114;p7"/>
          <p:cNvSpPr/>
          <p:nvPr/>
        </p:nvSpPr>
        <p:spPr>
          <a:xfrm>
            <a:off x="70625" y="64225"/>
            <a:ext cx="9028500" cy="5028000"/>
          </a:xfrm>
          <a:prstGeom prst="roundRect">
            <a:avLst>
              <a:gd fmla="val 2044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5" name="Google Shape;115;p7"/>
          <p:cNvGrpSpPr/>
          <p:nvPr/>
        </p:nvGrpSpPr>
        <p:grpSpPr>
          <a:xfrm>
            <a:off x="234375" y="117804"/>
            <a:ext cx="256800" cy="256800"/>
            <a:chOff x="234375" y="110636"/>
            <a:chExt cx="256800" cy="256800"/>
          </a:xfrm>
        </p:grpSpPr>
        <p:sp>
          <p:nvSpPr>
            <p:cNvPr id="116" name="Google Shape;116;p7"/>
            <p:cNvSpPr/>
            <p:nvPr/>
          </p:nvSpPr>
          <p:spPr>
            <a:xfrm>
              <a:off x="234375" y="110636"/>
              <a:ext cx="256800" cy="2568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7"/>
            <p:cNvSpPr/>
            <p:nvPr/>
          </p:nvSpPr>
          <p:spPr>
            <a:xfrm>
              <a:off x="234375" y="110636"/>
              <a:ext cx="256800" cy="256800"/>
            </a:xfrm>
            <a:prstGeom prst="mathMultiply">
              <a:avLst>
                <a:gd fmla="val 23520" name="adj1"/>
              </a:avLst>
            </a:prstGeom>
            <a:solidFill>
              <a:schemeClr val="l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118" name="Google Shape;118;p7"/>
          <p:cNvCxnSpPr/>
          <p:nvPr/>
        </p:nvCxnSpPr>
        <p:spPr>
          <a:xfrm>
            <a:off x="73925" y="5008650"/>
            <a:ext cx="9021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19" name="Google Shape;119;p7"/>
          <p:cNvGrpSpPr/>
          <p:nvPr/>
        </p:nvGrpSpPr>
        <p:grpSpPr>
          <a:xfrm>
            <a:off x="6760300" y="117804"/>
            <a:ext cx="2161200" cy="256800"/>
            <a:chOff x="6760300" y="96350"/>
            <a:chExt cx="2161200" cy="256800"/>
          </a:xfrm>
        </p:grpSpPr>
        <p:sp>
          <p:nvSpPr>
            <p:cNvPr id="120" name="Google Shape;120;p7"/>
            <p:cNvSpPr/>
            <p:nvPr/>
          </p:nvSpPr>
          <p:spPr>
            <a:xfrm>
              <a:off x="6760300" y="96350"/>
              <a:ext cx="2161200" cy="2568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21" name="Google Shape;121;p7"/>
            <p:cNvGrpSpPr/>
            <p:nvPr/>
          </p:nvGrpSpPr>
          <p:grpSpPr>
            <a:xfrm>
              <a:off x="8683881" y="115948"/>
              <a:ext cx="159362" cy="217605"/>
              <a:chOff x="2025348" y="3145361"/>
              <a:chExt cx="406327" cy="554831"/>
            </a:xfrm>
          </p:grpSpPr>
          <p:sp>
            <p:nvSpPr>
              <p:cNvPr id="122" name="Google Shape;122;p7"/>
              <p:cNvSpPr/>
              <p:nvPr/>
            </p:nvSpPr>
            <p:spPr>
              <a:xfrm>
                <a:off x="2173889" y="3589660"/>
                <a:ext cx="184122" cy="110532"/>
              </a:xfrm>
              <a:custGeom>
                <a:rect b="b" l="l" r="r" t="t"/>
                <a:pathLst>
                  <a:path extrusionOk="0" h="3004" w="5004">
                    <a:moveTo>
                      <a:pt x="1001" y="1"/>
                    </a:moveTo>
                    <a:lnTo>
                      <a:pt x="1001" y="1002"/>
                    </a:lnTo>
                    <a:lnTo>
                      <a:pt x="0" y="1002"/>
                    </a:lnTo>
                    <a:lnTo>
                      <a:pt x="0" y="2002"/>
                    </a:lnTo>
                    <a:lnTo>
                      <a:pt x="1001" y="2002"/>
                    </a:lnTo>
                    <a:lnTo>
                      <a:pt x="1001" y="3003"/>
                    </a:lnTo>
                    <a:lnTo>
                      <a:pt x="4003" y="3003"/>
                    </a:lnTo>
                    <a:lnTo>
                      <a:pt x="4003" y="2002"/>
                    </a:lnTo>
                    <a:lnTo>
                      <a:pt x="5004" y="2002"/>
                    </a:lnTo>
                    <a:lnTo>
                      <a:pt x="5004" y="1002"/>
                    </a:lnTo>
                    <a:lnTo>
                      <a:pt x="4003" y="1002"/>
                    </a:lnTo>
                    <a:lnTo>
                      <a:pt x="400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3" name="Google Shape;123;p7"/>
              <p:cNvSpPr/>
              <p:nvPr/>
            </p:nvSpPr>
            <p:spPr>
              <a:xfrm>
                <a:off x="2025348" y="3145361"/>
                <a:ext cx="406327" cy="406290"/>
              </a:xfrm>
              <a:custGeom>
                <a:rect b="b" l="l" r="r" t="t"/>
                <a:pathLst>
                  <a:path extrusionOk="0" h="11042" w="11043">
                    <a:moveTo>
                      <a:pt x="3003" y="1"/>
                    </a:moveTo>
                    <a:lnTo>
                      <a:pt x="3003" y="1001"/>
                    </a:lnTo>
                    <a:lnTo>
                      <a:pt x="1002" y="1001"/>
                    </a:lnTo>
                    <a:lnTo>
                      <a:pt x="1002" y="2002"/>
                    </a:lnTo>
                    <a:lnTo>
                      <a:pt x="1" y="2002"/>
                    </a:lnTo>
                    <a:lnTo>
                      <a:pt x="1" y="3003"/>
                    </a:lnTo>
                    <a:lnTo>
                      <a:pt x="1" y="4037"/>
                    </a:lnTo>
                    <a:lnTo>
                      <a:pt x="1" y="5038"/>
                    </a:lnTo>
                    <a:lnTo>
                      <a:pt x="1" y="6038"/>
                    </a:lnTo>
                    <a:lnTo>
                      <a:pt x="3003" y="6038"/>
                    </a:lnTo>
                    <a:lnTo>
                      <a:pt x="3003" y="5038"/>
                    </a:lnTo>
                    <a:lnTo>
                      <a:pt x="3003" y="4037"/>
                    </a:lnTo>
                    <a:lnTo>
                      <a:pt x="3003" y="3003"/>
                    </a:lnTo>
                    <a:lnTo>
                      <a:pt x="3003" y="2002"/>
                    </a:lnTo>
                    <a:lnTo>
                      <a:pt x="4037" y="2002"/>
                    </a:lnTo>
                    <a:lnTo>
                      <a:pt x="4037" y="1001"/>
                    </a:lnTo>
                    <a:lnTo>
                      <a:pt x="7039" y="1001"/>
                    </a:lnTo>
                    <a:lnTo>
                      <a:pt x="7039" y="2002"/>
                    </a:lnTo>
                    <a:lnTo>
                      <a:pt x="8040" y="2002"/>
                    </a:lnTo>
                    <a:lnTo>
                      <a:pt x="8040" y="3003"/>
                    </a:lnTo>
                    <a:lnTo>
                      <a:pt x="8040" y="4037"/>
                    </a:lnTo>
                    <a:lnTo>
                      <a:pt x="8040" y="5038"/>
                    </a:lnTo>
                    <a:lnTo>
                      <a:pt x="8040" y="6038"/>
                    </a:lnTo>
                    <a:lnTo>
                      <a:pt x="7039" y="6038"/>
                    </a:lnTo>
                    <a:lnTo>
                      <a:pt x="7039" y="7039"/>
                    </a:lnTo>
                    <a:lnTo>
                      <a:pt x="6038" y="7039"/>
                    </a:lnTo>
                    <a:lnTo>
                      <a:pt x="6038" y="8040"/>
                    </a:lnTo>
                    <a:lnTo>
                      <a:pt x="5038" y="8040"/>
                    </a:lnTo>
                    <a:lnTo>
                      <a:pt x="5038" y="9040"/>
                    </a:lnTo>
                    <a:lnTo>
                      <a:pt x="5038" y="10041"/>
                    </a:lnTo>
                    <a:lnTo>
                      <a:pt x="5038" y="11042"/>
                    </a:lnTo>
                    <a:lnTo>
                      <a:pt x="8040" y="11042"/>
                    </a:lnTo>
                    <a:lnTo>
                      <a:pt x="8040" y="10041"/>
                    </a:lnTo>
                    <a:lnTo>
                      <a:pt x="8040" y="9040"/>
                    </a:lnTo>
                    <a:lnTo>
                      <a:pt x="8040" y="8040"/>
                    </a:lnTo>
                    <a:lnTo>
                      <a:pt x="9041" y="8040"/>
                    </a:lnTo>
                    <a:lnTo>
                      <a:pt x="9041" y="7039"/>
                    </a:lnTo>
                    <a:lnTo>
                      <a:pt x="10041" y="7039"/>
                    </a:lnTo>
                    <a:lnTo>
                      <a:pt x="10041" y="6038"/>
                    </a:lnTo>
                    <a:lnTo>
                      <a:pt x="11042" y="6038"/>
                    </a:lnTo>
                    <a:lnTo>
                      <a:pt x="11042" y="5038"/>
                    </a:lnTo>
                    <a:lnTo>
                      <a:pt x="11042" y="4037"/>
                    </a:lnTo>
                    <a:lnTo>
                      <a:pt x="11042" y="3003"/>
                    </a:lnTo>
                    <a:lnTo>
                      <a:pt x="11042" y="2002"/>
                    </a:lnTo>
                    <a:lnTo>
                      <a:pt x="10041" y="2002"/>
                    </a:lnTo>
                    <a:lnTo>
                      <a:pt x="10041" y="1001"/>
                    </a:lnTo>
                    <a:lnTo>
                      <a:pt x="8040" y="1001"/>
                    </a:lnTo>
                    <a:lnTo>
                      <a:pt x="804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24" name="Google Shape;124;p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25" name="Google Shape;125;p7"/>
          <p:cNvSpPr txBox="1"/>
          <p:nvPr>
            <p:ph idx="1" type="body"/>
          </p:nvPr>
        </p:nvSpPr>
        <p:spPr>
          <a:xfrm>
            <a:off x="720000" y="1152475"/>
            <a:ext cx="51993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302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A4C96"/>
              </a:buClr>
              <a:buSzPts val="1600"/>
              <a:buFont typeface="Poppins"/>
              <a:buChar char="●"/>
              <a:defRPr sz="1500">
                <a:solidFill>
                  <a:srgbClr val="434343"/>
                </a:solidFill>
              </a:defRPr>
            </a:lvl1pPr>
            <a:lvl2pPr indent="-3302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Char char="○"/>
              <a:defRPr>
                <a:solidFill>
                  <a:srgbClr val="434343"/>
                </a:solidFill>
              </a:defRPr>
            </a:lvl2pPr>
            <a:lvl3pPr indent="-3302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Char char="■"/>
              <a:defRPr>
                <a:solidFill>
                  <a:srgbClr val="434343"/>
                </a:solidFill>
              </a:defRPr>
            </a:lvl3pPr>
            <a:lvl4pPr indent="-3302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Char char="●"/>
              <a:defRPr>
                <a:solidFill>
                  <a:srgbClr val="434343"/>
                </a:solidFill>
              </a:defRPr>
            </a:lvl4pPr>
            <a:lvl5pPr indent="-3302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Char char="○"/>
              <a:defRPr>
                <a:solidFill>
                  <a:srgbClr val="434343"/>
                </a:solidFill>
              </a:defRPr>
            </a:lvl5pPr>
            <a:lvl6pPr indent="-3302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Char char="■"/>
              <a:defRPr>
                <a:solidFill>
                  <a:srgbClr val="434343"/>
                </a:solidFill>
              </a:defRPr>
            </a:lvl6pPr>
            <a:lvl7pPr indent="-3302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Char char="●"/>
              <a:defRPr>
                <a:solidFill>
                  <a:srgbClr val="434343"/>
                </a:solidFill>
              </a:defRPr>
            </a:lvl7pPr>
            <a:lvl8pPr indent="-3302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Char char="○"/>
              <a:defRPr>
                <a:solidFill>
                  <a:srgbClr val="434343"/>
                </a:solidFill>
              </a:defRPr>
            </a:lvl8pPr>
            <a:lvl9pPr indent="-3302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Char char="■"/>
              <a:defRPr>
                <a:solidFill>
                  <a:srgbClr val="434343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7" name="Google Shape;127;p8"/>
          <p:cNvGrpSpPr/>
          <p:nvPr/>
        </p:nvGrpSpPr>
        <p:grpSpPr>
          <a:xfrm>
            <a:off x="69150" y="137187"/>
            <a:ext cx="9031450" cy="282372"/>
            <a:chOff x="69150" y="137187"/>
            <a:chExt cx="9031450" cy="282372"/>
          </a:xfrm>
        </p:grpSpPr>
        <p:cxnSp>
          <p:nvCxnSpPr>
            <p:cNvPr id="128" name="Google Shape;128;p8"/>
            <p:cNvCxnSpPr/>
            <p:nvPr/>
          </p:nvCxnSpPr>
          <p:spPr>
            <a:xfrm>
              <a:off x="78700" y="278373"/>
              <a:ext cx="9021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9" name="Google Shape;129;p8"/>
            <p:cNvCxnSpPr/>
            <p:nvPr/>
          </p:nvCxnSpPr>
          <p:spPr>
            <a:xfrm>
              <a:off x="69150" y="207780"/>
              <a:ext cx="9021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0" name="Google Shape;130;p8"/>
            <p:cNvCxnSpPr/>
            <p:nvPr/>
          </p:nvCxnSpPr>
          <p:spPr>
            <a:xfrm>
              <a:off x="73925" y="137187"/>
              <a:ext cx="9021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1" name="Google Shape;131;p8"/>
            <p:cNvCxnSpPr/>
            <p:nvPr/>
          </p:nvCxnSpPr>
          <p:spPr>
            <a:xfrm>
              <a:off x="78700" y="419559"/>
              <a:ext cx="9021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2" name="Google Shape;132;p8"/>
            <p:cNvCxnSpPr/>
            <p:nvPr/>
          </p:nvCxnSpPr>
          <p:spPr>
            <a:xfrm>
              <a:off x="78700" y="348966"/>
              <a:ext cx="9021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33" name="Google Shape;133;p8"/>
          <p:cNvSpPr/>
          <p:nvPr/>
        </p:nvSpPr>
        <p:spPr>
          <a:xfrm>
            <a:off x="70625" y="64225"/>
            <a:ext cx="9028500" cy="5028000"/>
          </a:xfrm>
          <a:prstGeom prst="roundRect">
            <a:avLst>
              <a:gd fmla="val 2044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4" name="Google Shape;134;p8"/>
          <p:cNvGrpSpPr/>
          <p:nvPr/>
        </p:nvGrpSpPr>
        <p:grpSpPr>
          <a:xfrm>
            <a:off x="234375" y="117804"/>
            <a:ext cx="256800" cy="256800"/>
            <a:chOff x="234375" y="110636"/>
            <a:chExt cx="256800" cy="256800"/>
          </a:xfrm>
        </p:grpSpPr>
        <p:sp>
          <p:nvSpPr>
            <p:cNvPr id="135" name="Google Shape;135;p8"/>
            <p:cNvSpPr/>
            <p:nvPr/>
          </p:nvSpPr>
          <p:spPr>
            <a:xfrm>
              <a:off x="234375" y="110636"/>
              <a:ext cx="256800" cy="2568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" name="Google Shape;136;p8"/>
            <p:cNvSpPr/>
            <p:nvPr/>
          </p:nvSpPr>
          <p:spPr>
            <a:xfrm>
              <a:off x="234375" y="110636"/>
              <a:ext cx="256800" cy="256800"/>
            </a:xfrm>
            <a:prstGeom prst="mathMultiply">
              <a:avLst>
                <a:gd fmla="val 23520" name="adj1"/>
              </a:avLst>
            </a:prstGeom>
            <a:solidFill>
              <a:schemeClr val="l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137" name="Google Shape;137;p8"/>
          <p:cNvCxnSpPr/>
          <p:nvPr/>
        </p:nvCxnSpPr>
        <p:spPr>
          <a:xfrm>
            <a:off x="73925" y="5008650"/>
            <a:ext cx="9021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38" name="Google Shape;138;p8"/>
          <p:cNvGrpSpPr/>
          <p:nvPr/>
        </p:nvGrpSpPr>
        <p:grpSpPr>
          <a:xfrm>
            <a:off x="6760300" y="117804"/>
            <a:ext cx="2161200" cy="256800"/>
            <a:chOff x="6760300" y="96350"/>
            <a:chExt cx="2161200" cy="256800"/>
          </a:xfrm>
        </p:grpSpPr>
        <p:sp>
          <p:nvSpPr>
            <p:cNvPr id="139" name="Google Shape;139;p8"/>
            <p:cNvSpPr/>
            <p:nvPr/>
          </p:nvSpPr>
          <p:spPr>
            <a:xfrm>
              <a:off x="6760300" y="96350"/>
              <a:ext cx="2161200" cy="2568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40" name="Google Shape;140;p8"/>
            <p:cNvGrpSpPr/>
            <p:nvPr/>
          </p:nvGrpSpPr>
          <p:grpSpPr>
            <a:xfrm>
              <a:off x="8683881" y="115948"/>
              <a:ext cx="159362" cy="217605"/>
              <a:chOff x="2025348" y="3145361"/>
              <a:chExt cx="406327" cy="554831"/>
            </a:xfrm>
          </p:grpSpPr>
          <p:sp>
            <p:nvSpPr>
              <p:cNvPr id="141" name="Google Shape;141;p8"/>
              <p:cNvSpPr/>
              <p:nvPr/>
            </p:nvSpPr>
            <p:spPr>
              <a:xfrm>
                <a:off x="2173889" y="3589660"/>
                <a:ext cx="184122" cy="110532"/>
              </a:xfrm>
              <a:custGeom>
                <a:rect b="b" l="l" r="r" t="t"/>
                <a:pathLst>
                  <a:path extrusionOk="0" h="3004" w="5004">
                    <a:moveTo>
                      <a:pt x="1001" y="1"/>
                    </a:moveTo>
                    <a:lnTo>
                      <a:pt x="1001" y="1002"/>
                    </a:lnTo>
                    <a:lnTo>
                      <a:pt x="0" y="1002"/>
                    </a:lnTo>
                    <a:lnTo>
                      <a:pt x="0" y="2002"/>
                    </a:lnTo>
                    <a:lnTo>
                      <a:pt x="1001" y="2002"/>
                    </a:lnTo>
                    <a:lnTo>
                      <a:pt x="1001" y="3003"/>
                    </a:lnTo>
                    <a:lnTo>
                      <a:pt x="4003" y="3003"/>
                    </a:lnTo>
                    <a:lnTo>
                      <a:pt x="4003" y="2002"/>
                    </a:lnTo>
                    <a:lnTo>
                      <a:pt x="5004" y="2002"/>
                    </a:lnTo>
                    <a:lnTo>
                      <a:pt x="5004" y="1002"/>
                    </a:lnTo>
                    <a:lnTo>
                      <a:pt x="4003" y="1002"/>
                    </a:lnTo>
                    <a:lnTo>
                      <a:pt x="400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" name="Google Shape;142;p8"/>
              <p:cNvSpPr/>
              <p:nvPr/>
            </p:nvSpPr>
            <p:spPr>
              <a:xfrm>
                <a:off x="2025348" y="3145361"/>
                <a:ext cx="406327" cy="406290"/>
              </a:xfrm>
              <a:custGeom>
                <a:rect b="b" l="l" r="r" t="t"/>
                <a:pathLst>
                  <a:path extrusionOk="0" h="11042" w="11043">
                    <a:moveTo>
                      <a:pt x="3003" y="1"/>
                    </a:moveTo>
                    <a:lnTo>
                      <a:pt x="3003" y="1001"/>
                    </a:lnTo>
                    <a:lnTo>
                      <a:pt x="1002" y="1001"/>
                    </a:lnTo>
                    <a:lnTo>
                      <a:pt x="1002" y="2002"/>
                    </a:lnTo>
                    <a:lnTo>
                      <a:pt x="1" y="2002"/>
                    </a:lnTo>
                    <a:lnTo>
                      <a:pt x="1" y="3003"/>
                    </a:lnTo>
                    <a:lnTo>
                      <a:pt x="1" y="4037"/>
                    </a:lnTo>
                    <a:lnTo>
                      <a:pt x="1" y="5038"/>
                    </a:lnTo>
                    <a:lnTo>
                      <a:pt x="1" y="6038"/>
                    </a:lnTo>
                    <a:lnTo>
                      <a:pt x="3003" y="6038"/>
                    </a:lnTo>
                    <a:lnTo>
                      <a:pt x="3003" y="5038"/>
                    </a:lnTo>
                    <a:lnTo>
                      <a:pt x="3003" y="4037"/>
                    </a:lnTo>
                    <a:lnTo>
                      <a:pt x="3003" y="3003"/>
                    </a:lnTo>
                    <a:lnTo>
                      <a:pt x="3003" y="2002"/>
                    </a:lnTo>
                    <a:lnTo>
                      <a:pt x="4037" y="2002"/>
                    </a:lnTo>
                    <a:lnTo>
                      <a:pt x="4037" y="1001"/>
                    </a:lnTo>
                    <a:lnTo>
                      <a:pt x="7039" y="1001"/>
                    </a:lnTo>
                    <a:lnTo>
                      <a:pt x="7039" y="2002"/>
                    </a:lnTo>
                    <a:lnTo>
                      <a:pt x="8040" y="2002"/>
                    </a:lnTo>
                    <a:lnTo>
                      <a:pt x="8040" y="3003"/>
                    </a:lnTo>
                    <a:lnTo>
                      <a:pt x="8040" y="4037"/>
                    </a:lnTo>
                    <a:lnTo>
                      <a:pt x="8040" y="5038"/>
                    </a:lnTo>
                    <a:lnTo>
                      <a:pt x="8040" y="6038"/>
                    </a:lnTo>
                    <a:lnTo>
                      <a:pt x="7039" y="6038"/>
                    </a:lnTo>
                    <a:lnTo>
                      <a:pt x="7039" y="7039"/>
                    </a:lnTo>
                    <a:lnTo>
                      <a:pt x="6038" y="7039"/>
                    </a:lnTo>
                    <a:lnTo>
                      <a:pt x="6038" y="8040"/>
                    </a:lnTo>
                    <a:lnTo>
                      <a:pt x="5038" y="8040"/>
                    </a:lnTo>
                    <a:lnTo>
                      <a:pt x="5038" y="9040"/>
                    </a:lnTo>
                    <a:lnTo>
                      <a:pt x="5038" y="10041"/>
                    </a:lnTo>
                    <a:lnTo>
                      <a:pt x="5038" y="11042"/>
                    </a:lnTo>
                    <a:lnTo>
                      <a:pt x="8040" y="11042"/>
                    </a:lnTo>
                    <a:lnTo>
                      <a:pt x="8040" y="10041"/>
                    </a:lnTo>
                    <a:lnTo>
                      <a:pt x="8040" y="9040"/>
                    </a:lnTo>
                    <a:lnTo>
                      <a:pt x="8040" y="8040"/>
                    </a:lnTo>
                    <a:lnTo>
                      <a:pt x="9041" y="8040"/>
                    </a:lnTo>
                    <a:lnTo>
                      <a:pt x="9041" y="7039"/>
                    </a:lnTo>
                    <a:lnTo>
                      <a:pt x="10041" y="7039"/>
                    </a:lnTo>
                    <a:lnTo>
                      <a:pt x="10041" y="6038"/>
                    </a:lnTo>
                    <a:lnTo>
                      <a:pt x="11042" y="6038"/>
                    </a:lnTo>
                    <a:lnTo>
                      <a:pt x="11042" y="5038"/>
                    </a:lnTo>
                    <a:lnTo>
                      <a:pt x="11042" y="4037"/>
                    </a:lnTo>
                    <a:lnTo>
                      <a:pt x="11042" y="3003"/>
                    </a:lnTo>
                    <a:lnTo>
                      <a:pt x="11042" y="2002"/>
                    </a:lnTo>
                    <a:lnTo>
                      <a:pt x="10041" y="2002"/>
                    </a:lnTo>
                    <a:lnTo>
                      <a:pt x="10041" y="1001"/>
                    </a:lnTo>
                    <a:lnTo>
                      <a:pt x="8040" y="1001"/>
                    </a:lnTo>
                    <a:lnTo>
                      <a:pt x="804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43" name="Google Shape;143;p8"/>
          <p:cNvSpPr txBox="1"/>
          <p:nvPr>
            <p:ph type="title"/>
          </p:nvPr>
        </p:nvSpPr>
        <p:spPr>
          <a:xfrm>
            <a:off x="715050" y="960600"/>
            <a:ext cx="7713900" cy="322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11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5" name="Google Shape;145;p9"/>
          <p:cNvGrpSpPr/>
          <p:nvPr/>
        </p:nvGrpSpPr>
        <p:grpSpPr>
          <a:xfrm>
            <a:off x="69150" y="137187"/>
            <a:ext cx="9031450" cy="282372"/>
            <a:chOff x="69150" y="137187"/>
            <a:chExt cx="9031450" cy="282372"/>
          </a:xfrm>
        </p:grpSpPr>
        <p:cxnSp>
          <p:nvCxnSpPr>
            <p:cNvPr id="146" name="Google Shape;146;p9"/>
            <p:cNvCxnSpPr/>
            <p:nvPr/>
          </p:nvCxnSpPr>
          <p:spPr>
            <a:xfrm>
              <a:off x="78700" y="278373"/>
              <a:ext cx="9021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7" name="Google Shape;147;p9"/>
            <p:cNvCxnSpPr/>
            <p:nvPr/>
          </p:nvCxnSpPr>
          <p:spPr>
            <a:xfrm>
              <a:off x="69150" y="207780"/>
              <a:ext cx="9021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8" name="Google Shape;148;p9"/>
            <p:cNvCxnSpPr/>
            <p:nvPr/>
          </p:nvCxnSpPr>
          <p:spPr>
            <a:xfrm>
              <a:off x="73925" y="137187"/>
              <a:ext cx="9021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9" name="Google Shape;149;p9"/>
            <p:cNvCxnSpPr/>
            <p:nvPr/>
          </p:nvCxnSpPr>
          <p:spPr>
            <a:xfrm>
              <a:off x="78700" y="419559"/>
              <a:ext cx="9021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0" name="Google Shape;150;p9"/>
            <p:cNvCxnSpPr/>
            <p:nvPr/>
          </p:nvCxnSpPr>
          <p:spPr>
            <a:xfrm>
              <a:off x="78700" y="348966"/>
              <a:ext cx="9021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51" name="Google Shape;151;p9"/>
          <p:cNvSpPr/>
          <p:nvPr/>
        </p:nvSpPr>
        <p:spPr>
          <a:xfrm>
            <a:off x="70625" y="64225"/>
            <a:ext cx="9028500" cy="5028000"/>
          </a:xfrm>
          <a:prstGeom prst="roundRect">
            <a:avLst>
              <a:gd fmla="val 2044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52" name="Google Shape;152;p9"/>
          <p:cNvGrpSpPr/>
          <p:nvPr/>
        </p:nvGrpSpPr>
        <p:grpSpPr>
          <a:xfrm>
            <a:off x="234375" y="117804"/>
            <a:ext cx="256800" cy="256800"/>
            <a:chOff x="234375" y="110636"/>
            <a:chExt cx="256800" cy="256800"/>
          </a:xfrm>
        </p:grpSpPr>
        <p:sp>
          <p:nvSpPr>
            <p:cNvPr id="153" name="Google Shape;153;p9"/>
            <p:cNvSpPr/>
            <p:nvPr/>
          </p:nvSpPr>
          <p:spPr>
            <a:xfrm>
              <a:off x="234375" y="110636"/>
              <a:ext cx="256800" cy="2568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" name="Google Shape;154;p9"/>
            <p:cNvSpPr/>
            <p:nvPr/>
          </p:nvSpPr>
          <p:spPr>
            <a:xfrm>
              <a:off x="234375" y="110636"/>
              <a:ext cx="256800" cy="256800"/>
            </a:xfrm>
            <a:prstGeom prst="mathMultiply">
              <a:avLst>
                <a:gd fmla="val 23520" name="adj1"/>
              </a:avLst>
            </a:prstGeom>
            <a:solidFill>
              <a:schemeClr val="l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155" name="Google Shape;155;p9"/>
          <p:cNvCxnSpPr/>
          <p:nvPr/>
        </p:nvCxnSpPr>
        <p:spPr>
          <a:xfrm>
            <a:off x="73925" y="5008650"/>
            <a:ext cx="9021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56" name="Google Shape;156;p9"/>
          <p:cNvGrpSpPr/>
          <p:nvPr/>
        </p:nvGrpSpPr>
        <p:grpSpPr>
          <a:xfrm>
            <a:off x="6760300" y="117804"/>
            <a:ext cx="2161200" cy="256800"/>
            <a:chOff x="6760300" y="96350"/>
            <a:chExt cx="2161200" cy="256800"/>
          </a:xfrm>
        </p:grpSpPr>
        <p:sp>
          <p:nvSpPr>
            <p:cNvPr id="157" name="Google Shape;157;p9"/>
            <p:cNvSpPr/>
            <p:nvPr/>
          </p:nvSpPr>
          <p:spPr>
            <a:xfrm>
              <a:off x="6760300" y="96350"/>
              <a:ext cx="2161200" cy="2568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58" name="Google Shape;158;p9"/>
            <p:cNvGrpSpPr/>
            <p:nvPr/>
          </p:nvGrpSpPr>
          <p:grpSpPr>
            <a:xfrm>
              <a:off x="8683881" y="115948"/>
              <a:ext cx="159362" cy="217605"/>
              <a:chOff x="2025348" y="3145361"/>
              <a:chExt cx="406327" cy="554831"/>
            </a:xfrm>
          </p:grpSpPr>
          <p:sp>
            <p:nvSpPr>
              <p:cNvPr id="159" name="Google Shape;159;p9"/>
              <p:cNvSpPr/>
              <p:nvPr/>
            </p:nvSpPr>
            <p:spPr>
              <a:xfrm>
                <a:off x="2173889" y="3589660"/>
                <a:ext cx="184122" cy="110532"/>
              </a:xfrm>
              <a:custGeom>
                <a:rect b="b" l="l" r="r" t="t"/>
                <a:pathLst>
                  <a:path extrusionOk="0" h="3004" w="5004">
                    <a:moveTo>
                      <a:pt x="1001" y="1"/>
                    </a:moveTo>
                    <a:lnTo>
                      <a:pt x="1001" y="1002"/>
                    </a:lnTo>
                    <a:lnTo>
                      <a:pt x="0" y="1002"/>
                    </a:lnTo>
                    <a:lnTo>
                      <a:pt x="0" y="2002"/>
                    </a:lnTo>
                    <a:lnTo>
                      <a:pt x="1001" y="2002"/>
                    </a:lnTo>
                    <a:lnTo>
                      <a:pt x="1001" y="3003"/>
                    </a:lnTo>
                    <a:lnTo>
                      <a:pt x="4003" y="3003"/>
                    </a:lnTo>
                    <a:lnTo>
                      <a:pt x="4003" y="2002"/>
                    </a:lnTo>
                    <a:lnTo>
                      <a:pt x="5004" y="2002"/>
                    </a:lnTo>
                    <a:lnTo>
                      <a:pt x="5004" y="1002"/>
                    </a:lnTo>
                    <a:lnTo>
                      <a:pt x="4003" y="1002"/>
                    </a:lnTo>
                    <a:lnTo>
                      <a:pt x="400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0" name="Google Shape;160;p9"/>
              <p:cNvSpPr/>
              <p:nvPr/>
            </p:nvSpPr>
            <p:spPr>
              <a:xfrm>
                <a:off x="2025348" y="3145361"/>
                <a:ext cx="406327" cy="406290"/>
              </a:xfrm>
              <a:custGeom>
                <a:rect b="b" l="l" r="r" t="t"/>
                <a:pathLst>
                  <a:path extrusionOk="0" h="11042" w="11043">
                    <a:moveTo>
                      <a:pt x="3003" y="1"/>
                    </a:moveTo>
                    <a:lnTo>
                      <a:pt x="3003" y="1001"/>
                    </a:lnTo>
                    <a:lnTo>
                      <a:pt x="1002" y="1001"/>
                    </a:lnTo>
                    <a:lnTo>
                      <a:pt x="1002" y="2002"/>
                    </a:lnTo>
                    <a:lnTo>
                      <a:pt x="1" y="2002"/>
                    </a:lnTo>
                    <a:lnTo>
                      <a:pt x="1" y="3003"/>
                    </a:lnTo>
                    <a:lnTo>
                      <a:pt x="1" y="4037"/>
                    </a:lnTo>
                    <a:lnTo>
                      <a:pt x="1" y="5038"/>
                    </a:lnTo>
                    <a:lnTo>
                      <a:pt x="1" y="6038"/>
                    </a:lnTo>
                    <a:lnTo>
                      <a:pt x="3003" y="6038"/>
                    </a:lnTo>
                    <a:lnTo>
                      <a:pt x="3003" y="5038"/>
                    </a:lnTo>
                    <a:lnTo>
                      <a:pt x="3003" y="4037"/>
                    </a:lnTo>
                    <a:lnTo>
                      <a:pt x="3003" y="3003"/>
                    </a:lnTo>
                    <a:lnTo>
                      <a:pt x="3003" y="2002"/>
                    </a:lnTo>
                    <a:lnTo>
                      <a:pt x="4037" y="2002"/>
                    </a:lnTo>
                    <a:lnTo>
                      <a:pt x="4037" y="1001"/>
                    </a:lnTo>
                    <a:lnTo>
                      <a:pt x="7039" y="1001"/>
                    </a:lnTo>
                    <a:lnTo>
                      <a:pt x="7039" y="2002"/>
                    </a:lnTo>
                    <a:lnTo>
                      <a:pt x="8040" y="2002"/>
                    </a:lnTo>
                    <a:lnTo>
                      <a:pt x="8040" y="3003"/>
                    </a:lnTo>
                    <a:lnTo>
                      <a:pt x="8040" y="4037"/>
                    </a:lnTo>
                    <a:lnTo>
                      <a:pt x="8040" y="5038"/>
                    </a:lnTo>
                    <a:lnTo>
                      <a:pt x="8040" y="6038"/>
                    </a:lnTo>
                    <a:lnTo>
                      <a:pt x="7039" y="6038"/>
                    </a:lnTo>
                    <a:lnTo>
                      <a:pt x="7039" y="7039"/>
                    </a:lnTo>
                    <a:lnTo>
                      <a:pt x="6038" y="7039"/>
                    </a:lnTo>
                    <a:lnTo>
                      <a:pt x="6038" y="8040"/>
                    </a:lnTo>
                    <a:lnTo>
                      <a:pt x="5038" y="8040"/>
                    </a:lnTo>
                    <a:lnTo>
                      <a:pt x="5038" y="9040"/>
                    </a:lnTo>
                    <a:lnTo>
                      <a:pt x="5038" y="10041"/>
                    </a:lnTo>
                    <a:lnTo>
                      <a:pt x="5038" y="11042"/>
                    </a:lnTo>
                    <a:lnTo>
                      <a:pt x="8040" y="11042"/>
                    </a:lnTo>
                    <a:lnTo>
                      <a:pt x="8040" y="10041"/>
                    </a:lnTo>
                    <a:lnTo>
                      <a:pt x="8040" y="9040"/>
                    </a:lnTo>
                    <a:lnTo>
                      <a:pt x="8040" y="8040"/>
                    </a:lnTo>
                    <a:lnTo>
                      <a:pt x="9041" y="8040"/>
                    </a:lnTo>
                    <a:lnTo>
                      <a:pt x="9041" y="7039"/>
                    </a:lnTo>
                    <a:lnTo>
                      <a:pt x="10041" y="7039"/>
                    </a:lnTo>
                    <a:lnTo>
                      <a:pt x="10041" y="6038"/>
                    </a:lnTo>
                    <a:lnTo>
                      <a:pt x="11042" y="6038"/>
                    </a:lnTo>
                    <a:lnTo>
                      <a:pt x="11042" y="5038"/>
                    </a:lnTo>
                    <a:lnTo>
                      <a:pt x="11042" y="4037"/>
                    </a:lnTo>
                    <a:lnTo>
                      <a:pt x="11042" y="3003"/>
                    </a:lnTo>
                    <a:lnTo>
                      <a:pt x="11042" y="2002"/>
                    </a:lnTo>
                    <a:lnTo>
                      <a:pt x="10041" y="2002"/>
                    </a:lnTo>
                    <a:lnTo>
                      <a:pt x="10041" y="1001"/>
                    </a:lnTo>
                    <a:lnTo>
                      <a:pt x="8040" y="1001"/>
                    </a:lnTo>
                    <a:lnTo>
                      <a:pt x="804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61" name="Google Shape;161;p9"/>
          <p:cNvSpPr txBox="1"/>
          <p:nvPr>
            <p:ph type="title"/>
          </p:nvPr>
        </p:nvSpPr>
        <p:spPr>
          <a:xfrm>
            <a:off x="715100" y="1547575"/>
            <a:ext cx="4661100" cy="64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62" name="Google Shape;162;p9"/>
          <p:cNvSpPr txBox="1"/>
          <p:nvPr>
            <p:ph idx="1" type="subTitle"/>
          </p:nvPr>
        </p:nvSpPr>
        <p:spPr>
          <a:xfrm>
            <a:off x="715100" y="2305922"/>
            <a:ext cx="4661100" cy="129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4" name="Google Shape;164;p10"/>
          <p:cNvGrpSpPr/>
          <p:nvPr/>
        </p:nvGrpSpPr>
        <p:grpSpPr>
          <a:xfrm>
            <a:off x="69150" y="137187"/>
            <a:ext cx="9031450" cy="282372"/>
            <a:chOff x="69150" y="137187"/>
            <a:chExt cx="9031450" cy="282372"/>
          </a:xfrm>
        </p:grpSpPr>
        <p:cxnSp>
          <p:nvCxnSpPr>
            <p:cNvPr id="165" name="Google Shape;165;p10"/>
            <p:cNvCxnSpPr/>
            <p:nvPr/>
          </p:nvCxnSpPr>
          <p:spPr>
            <a:xfrm>
              <a:off x="78700" y="278373"/>
              <a:ext cx="9021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6" name="Google Shape;166;p10"/>
            <p:cNvCxnSpPr/>
            <p:nvPr/>
          </p:nvCxnSpPr>
          <p:spPr>
            <a:xfrm>
              <a:off x="69150" y="207780"/>
              <a:ext cx="9021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7" name="Google Shape;167;p10"/>
            <p:cNvCxnSpPr/>
            <p:nvPr/>
          </p:nvCxnSpPr>
          <p:spPr>
            <a:xfrm>
              <a:off x="73925" y="137187"/>
              <a:ext cx="9021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8" name="Google Shape;168;p10"/>
            <p:cNvCxnSpPr/>
            <p:nvPr/>
          </p:nvCxnSpPr>
          <p:spPr>
            <a:xfrm>
              <a:off x="78700" y="419559"/>
              <a:ext cx="9021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9" name="Google Shape;169;p10"/>
            <p:cNvCxnSpPr/>
            <p:nvPr/>
          </p:nvCxnSpPr>
          <p:spPr>
            <a:xfrm>
              <a:off x="78700" y="348966"/>
              <a:ext cx="9021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70" name="Google Shape;170;p10"/>
          <p:cNvSpPr/>
          <p:nvPr/>
        </p:nvSpPr>
        <p:spPr>
          <a:xfrm>
            <a:off x="70625" y="64225"/>
            <a:ext cx="9028500" cy="5028000"/>
          </a:xfrm>
          <a:prstGeom prst="roundRect">
            <a:avLst>
              <a:gd fmla="val 2044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71" name="Google Shape;171;p10"/>
          <p:cNvGrpSpPr/>
          <p:nvPr/>
        </p:nvGrpSpPr>
        <p:grpSpPr>
          <a:xfrm>
            <a:off x="234375" y="117804"/>
            <a:ext cx="256800" cy="256800"/>
            <a:chOff x="234375" y="110636"/>
            <a:chExt cx="256800" cy="256800"/>
          </a:xfrm>
        </p:grpSpPr>
        <p:sp>
          <p:nvSpPr>
            <p:cNvPr id="172" name="Google Shape;172;p10"/>
            <p:cNvSpPr/>
            <p:nvPr/>
          </p:nvSpPr>
          <p:spPr>
            <a:xfrm>
              <a:off x="234375" y="110636"/>
              <a:ext cx="256800" cy="2568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" name="Google Shape;173;p10"/>
            <p:cNvSpPr/>
            <p:nvPr/>
          </p:nvSpPr>
          <p:spPr>
            <a:xfrm>
              <a:off x="234375" y="110636"/>
              <a:ext cx="256800" cy="256800"/>
            </a:xfrm>
            <a:prstGeom prst="mathMultiply">
              <a:avLst>
                <a:gd fmla="val 23520" name="adj1"/>
              </a:avLst>
            </a:prstGeom>
            <a:solidFill>
              <a:schemeClr val="l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174" name="Google Shape;174;p10"/>
          <p:cNvCxnSpPr/>
          <p:nvPr/>
        </p:nvCxnSpPr>
        <p:spPr>
          <a:xfrm>
            <a:off x="73925" y="5008650"/>
            <a:ext cx="9021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75" name="Google Shape;175;p10"/>
          <p:cNvGrpSpPr/>
          <p:nvPr/>
        </p:nvGrpSpPr>
        <p:grpSpPr>
          <a:xfrm>
            <a:off x="6760300" y="117804"/>
            <a:ext cx="2161200" cy="256800"/>
            <a:chOff x="6760300" y="96350"/>
            <a:chExt cx="2161200" cy="256800"/>
          </a:xfrm>
        </p:grpSpPr>
        <p:sp>
          <p:nvSpPr>
            <p:cNvPr id="176" name="Google Shape;176;p10"/>
            <p:cNvSpPr/>
            <p:nvPr/>
          </p:nvSpPr>
          <p:spPr>
            <a:xfrm>
              <a:off x="6760300" y="96350"/>
              <a:ext cx="2161200" cy="2568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77" name="Google Shape;177;p10"/>
            <p:cNvGrpSpPr/>
            <p:nvPr/>
          </p:nvGrpSpPr>
          <p:grpSpPr>
            <a:xfrm>
              <a:off x="8683881" y="115948"/>
              <a:ext cx="159362" cy="217605"/>
              <a:chOff x="2025348" y="3145361"/>
              <a:chExt cx="406327" cy="554831"/>
            </a:xfrm>
          </p:grpSpPr>
          <p:sp>
            <p:nvSpPr>
              <p:cNvPr id="178" name="Google Shape;178;p10"/>
              <p:cNvSpPr/>
              <p:nvPr/>
            </p:nvSpPr>
            <p:spPr>
              <a:xfrm>
                <a:off x="2173889" y="3589660"/>
                <a:ext cx="184122" cy="110532"/>
              </a:xfrm>
              <a:custGeom>
                <a:rect b="b" l="l" r="r" t="t"/>
                <a:pathLst>
                  <a:path extrusionOk="0" h="3004" w="5004">
                    <a:moveTo>
                      <a:pt x="1001" y="1"/>
                    </a:moveTo>
                    <a:lnTo>
                      <a:pt x="1001" y="1002"/>
                    </a:lnTo>
                    <a:lnTo>
                      <a:pt x="0" y="1002"/>
                    </a:lnTo>
                    <a:lnTo>
                      <a:pt x="0" y="2002"/>
                    </a:lnTo>
                    <a:lnTo>
                      <a:pt x="1001" y="2002"/>
                    </a:lnTo>
                    <a:lnTo>
                      <a:pt x="1001" y="3003"/>
                    </a:lnTo>
                    <a:lnTo>
                      <a:pt x="4003" y="3003"/>
                    </a:lnTo>
                    <a:lnTo>
                      <a:pt x="4003" y="2002"/>
                    </a:lnTo>
                    <a:lnTo>
                      <a:pt x="5004" y="2002"/>
                    </a:lnTo>
                    <a:lnTo>
                      <a:pt x="5004" y="1002"/>
                    </a:lnTo>
                    <a:lnTo>
                      <a:pt x="4003" y="1002"/>
                    </a:lnTo>
                    <a:lnTo>
                      <a:pt x="400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9" name="Google Shape;179;p10"/>
              <p:cNvSpPr/>
              <p:nvPr/>
            </p:nvSpPr>
            <p:spPr>
              <a:xfrm>
                <a:off x="2025348" y="3145361"/>
                <a:ext cx="406327" cy="406290"/>
              </a:xfrm>
              <a:custGeom>
                <a:rect b="b" l="l" r="r" t="t"/>
                <a:pathLst>
                  <a:path extrusionOk="0" h="11042" w="11043">
                    <a:moveTo>
                      <a:pt x="3003" y="1"/>
                    </a:moveTo>
                    <a:lnTo>
                      <a:pt x="3003" y="1001"/>
                    </a:lnTo>
                    <a:lnTo>
                      <a:pt x="1002" y="1001"/>
                    </a:lnTo>
                    <a:lnTo>
                      <a:pt x="1002" y="2002"/>
                    </a:lnTo>
                    <a:lnTo>
                      <a:pt x="1" y="2002"/>
                    </a:lnTo>
                    <a:lnTo>
                      <a:pt x="1" y="3003"/>
                    </a:lnTo>
                    <a:lnTo>
                      <a:pt x="1" y="4037"/>
                    </a:lnTo>
                    <a:lnTo>
                      <a:pt x="1" y="5038"/>
                    </a:lnTo>
                    <a:lnTo>
                      <a:pt x="1" y="6038"/>
                    </a:lnTo>
                    <a:lnTo>
                      <a:pt x="3003" y="6038"/>
                    </a:lnTo>
                    <a:lnTo>
                      <a:pt x="3003" y="5038"/>
                    </a:lnTo>
                    <a:lnTo>
                      <a:pt x="3003" y="4037"/>
                    </a:lnTo>
                    <a:lnTo>
                      <a:pt x="3003" y="3003"/>
                    </a:lnTo>
                    <a:lnTo>
                      <a:pt x="3003" y="2002"/>
                    </a:lnTo>
                    <a:lnTo>
                      <a:pt x="4037" y="2002"/>
                    </a:lnTo>
                    <a:lnTo>
                      <a:pt x="4037" y="1001"/>
                    </a:lnTo>
                    <a:lnTo>
                      <a:pt x="7039" y="1001"/>
                    </a:lnTo>
                    <a:lnTo>
                      <a:pt x="7039" y="2002"/>
                    </a:lnTo>
                    <a:lnTo>
                      <a:pt x="8040" y="2002"/>
                    </a:lnTo>
                    <a:lnTo>
                      <a:pt x="8040" y="3003"/>
                    </a:lnTo>
                    <a:lnTo>
                      <a:pt x="8040" y="4037"/>
                    </a:lnTo>
                    <a:lnTo>
                      <a:pt x="8040" y="5038"/>
                    </a:lnTo>
                    <a:lnTo>
                      <a:pt x="8040" y="6038"/>
                    </a:lnTo>
                    <a:lnTo>
                      <a:pt x="7039" y="6038"/>
                    </a:lnTo>
                    <a:lnTo>
                      <a:pt x="7039" y="7039"/>
                    </a:lnTo>
                    <a:lnTo>
                      <a:pt x="6038" y="7039"/>
                    </a:lnTo>
                    <a:lnTo>
                      <a:pt x="6038" y="8040"/>
                    </a:lnTo>
                    <a:lnTo>
                      <a:pt x="5038" y="8040"/>
                    </a:lnTo>
                    <a:lnTo>
                      <a:pt x="5038" y="9040"/>
                    </a:lnTo>
                    <a:lnTo>
                      <a:pt x="5038" y="10041"/>
                    </a:lnTo>
                    <a:lnTo>
                      <a:pt x="5038" y="11042"/>
                    </a:lnTo>
                    <a:lnTo>
                      <a:pt x="8040" y="11042"/>
                    </a:lnTo>
                    <a:lnTo>
                      <a:pt x="8040" y="10041"/>
                    </a:lnTo>
                    <a:lnTo>
                      <a:pt x="8040" y="9040"/>
                    </a:lnTo>
                    <a:lnTo>
                      <a:pt x="8040" y="8040"/>
                    </a:lnTo>
                    <a:lnTo>
                      <a:pt x="9041" y="8040"/>
                    </a:lnTo>
                    <a:lnTo>
                      <a:pt x="9041" y="7039"/>
                    </a:lnTo>
                    <a:lnTo>
                      <a:pt x="10041" y="7039"/>
                    </a:lnTo>
                    <a:lnTo>
                      <a:pt x="10041" y="6038"/>
                    </a:lnTo>
                    <a:lnTo>
                      <a:pt x="11042" y="6038"/>
                    </a:lnTo>
                    <a:lnTo>
                      <a:pt x="11042" y="5038"/>
                    </a:lnTo>
                    <a:lnTo>
                      <a:pt x="11042" y="4037"/>
                    </a:lnTo>
                    <a:lnTo>
                      <a:pt x="11042" y="3003"/>
                    </a:lnTo>
                    <a:lnTo>
                      <a:pt x="11042" y="2002"/>
                    </a:lnTo>
                    <a:lnTo>
                      <a:pt x="10041" y="2002"/>
                    </a:lnTo>
                    <a:lnTo>
                      <a:pt x="10041" y="1001"/>
                    </a:lnTo>
                    <a:lnTo>
                      <a:pt x="8040" y="1001"/>
                    </a:lnTo>
                    <a:lnTo>
                      <a:pt x="804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80" name="Google Shape;180;p10"/>
          <p:cNvSpPr txBox="1"/>
          <p:nvPr>
            <p:ph type="title"/>
          </p:nvPr>
        </p:nvSpPr>
        <p:spPr>
          <a:xfrm>
            <a:off x="715100" y="4044450"/>
            <a:ext cx="7713900" cy="564000"/>
          </a:xfrm>
          <a:prstGeom prst="rect">
            <a:avLst/>
          </a:prstGeom>
          <a:solidFill>
            <a:schemeClr val="lt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2" name="Google Shape;182;p11"/>
          <p:cNvGrpSpPr/>
          <p:nvPr/>
        </p:nvGrpSpPr>
        <p:grpSpPr>
          <a:xfrm>
            <a:off x="69150" y="137187"/>
            <a:ext cx="9031450" cy="282372"/>
            <a:chOff x="69150" y="137187"/>
            <a:chExt cx="9031450" cy="282372"/>
          </a:xfrm>
        </p:grpSpPr>
        <p:cxnSp>
          <p:nvCxnSpPr>
            <p:cNvPr id="183" name="Google Shape;183;p11"/>
            <p:cNvCxnSpPr/>
            <p:nvPr/>
          </p:nvCxnSpPr>
          <p:spPr>
            <a:xfrm>
              <a:off x="78700" y="278373"/>
              <a:ext cx="9021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4" name="Google Shape;184;p11"/>
            <p:cNvCxnSpPr/>
            <p:nvPr/>
          </p:nvCxnSpPr>
          <p:spPr>
            <a:xfrm>
              <a:off x="69150" y="207780"/>
              <a:ext cx="9021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5" name="Google Shape;185;p11"/>
            <p:cNvCxnSpPr/>
            <p:nvPr/>
          </p:nvCxnSpPr>
          <p:spPr>
            <a:xfrm>
              <a:off x="73925" y="137187"/>
              <a:ext cx="9021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6" name="Google Shape;186;p11"/>
            <p:cNvCxnSpPr/>
            <p:nvPr/>
          </p:nvCxnSpPr>
          <p:spPr>
            <a:xfrm>
              <a:off x="78700" y="419559"/>
              <a:ext cx="9021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7" name="Google Shape;187;p11"/>
            <p:cNvCxnSpPr/>
            <p:nvPr/>
          </p:nvCxnSpPr>
          <p:spPr>
            <a:xfrm>
              <a:off x="78700" y="348966"/>
              <a:ext cx="9021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88" name="Google Shape;188;p11"/>
          <p:cNvSpPr/>
          <p:nvPr/>
        </p:nvSpPr>
        <p:spPr>
          <a:xfrm>
            <a:off x="70625" y="64225"/>
            <a:ext cx="9028500" cy="5028000"/>
          </a:xfrm>
          <a:prstGeom prst="roundRect">
            <a:avLst>
              <a:gd fmla="val 2044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89" name="Google Shape;189;p11"/>
          <p:cNvGrpSpPr/>
          <p:nvPr/>
        </p:nvGrpSpPr>
        <p:grpSpPr>
          <a:xfrm>
            <a:off x="234375" y="117804"/>
            <a:ext cx="256800" cy="256800"/>
            <a:chOff x="234375" y="110636"/>
            <a:chExt cx="256800" cy="256800"/>
          </a:xfrm>
        </p:grpSpPr>
        <p:sp>
          <p:nvSpPr>
            <p:cNvPr id="190" name="Google Shape;190;p11"/>
            <p:cNvSpPr/>
            <p:nvPr/>
          </p:nvSpPr>
          <p:spPr>
            <a:xfrm>
              <a:off x="234375" y="110636"/>
              <a:ext cx="256800" cy="2568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" name="Google Shape;191;p11"/>
            <p:cNvSpPr/>
            <p:nvPr/>
          </p:nvSpPr>
          <p:spPr>
            <a:xfrm>
              <a:off x="234375" y="110636"/>
              <a:ext cx="256800" cy="256800"/>
            </a:xfrm>
            <a:prstGeom prst="mathMultiply">
              <a:avLst>
                <a:gd fmla="val 23520" name="adj1"/>
              </a:avLst>
            </a:prstGeom>
            <a:solidFill>
              <a:schemeClr val="l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192" name="Google Shape;192;p11"/>
          <p:cNvCxnSpPr/>
          <p:nvPr/>
        </p:nvCxnSpPr>
        <p:spPr>
          <a:xfrm>
            <a:off x="73925" y="5008650"/>
            <a:ext cx="9021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93" name="Google Shape;193;p11"/>
          <p:cNvGrpSpPr/>
          <p:nvPr/>
        </p:nvGrpSpPr>
        <p:grpSpPr>
          <a:xfrm>
            <a:off x="6760300" y="117804"/>
            <a:ext cx="2161200" cy="256800"/>
            <a:chOff x="6760300" y="96350"/>
            <a:chExt cx="2161200" cy="256800"/>
          </a:xfrm>
        </p:grpSpPr>
        <p:sp>
          <p:nvSpPr>
            <p:cNvPr id="194" name="Google Shape;194;p11"/>
            <p:cNvSpPr/>
            <p:nvPr/>
          </p:nvSpPr>
          <p:spPr>
            <a:xfrm>
              <a:off x="6760300" y="96350"/>
              <a:ext cx="2161200" cy="2568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95" name="Google Shape;195;p11"/>
            <p:cNvGrpSpPr/>
            <p:nvPr/>
          </p:nvGrpSpPr>
          <p:grpSpPr>
            <a:xfrm>
              <a:off x="8683881" y="115948"/>
              <a:ext cx="159362" cy="217605"/>
              <a:chOff x="2025348" y="3145361"/>
              <a:chExt cx="406327" cy="554831"/>
            </a:xfrm>
          </p:grpSpPr>
          <p:sp>
            <p:nvSpPr>
              <p:cNvPr id="196" name="Google Shape;196;p11"/>
              <p:cNvSpPr/>
              <p:nvPr/>
            </p:nvSpPr>
            <p:spPr>
              <a:xfrm>
                <a:off x="2173889" y="3589660"/>
                <a:ext cx="184122" cy="110532"/>
              </a:xfrm>
              <a:custGeom>
                <a:rect b="b" l="l" r="r" t="t"/>
                <a:pathLst>
                  <a:path extrusionOk="0" h="3004" w="5004">
                    <a:moveTo>
                      <a:pt x="1001" y="1"/>
                    </a:moveTo>
                    <a:lnTo>
                      <a:pt x="1001" y="1002"/>
                    </a:lnTo>
                    <a:lnTo>
                      <a:pt x="0" y="1002"/>
                    </a:lnTo>
                    <a:lnTo>
                      <a:pt x="0" y="2002"/>
                    </a:lnTo>
                    <a:lnTo>
                      <a:pt x="1001" y="2002"/>
                    </a:lnTo>
                    <a:lnTo>
                      <a:pt x="1001" y="3003"/>
                    </a:lnTo>
                    <a:lnTo>
                      <a:pt x="4003" y="3003"/>
                    </a:lnTo>
                    <a:lnTo>
                      <a:pt x="4003" y="2002"/>
                    </a:lnTo>
                    <a:lnTo>
                      <a:pt x="5004" y="2002"/>
                    </a:lnTo>
                    <a:lnTo>
                      <a:pt x="5004" y="1002"/>
                    </a:lnTo>
                    <a:lnTo>
                      <a:pt x="4003" y="1002"/>
                    </a:lnTo>
                    <a:lnTo>
                      <a:pt x="400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" name="Google Shape;197;p11"/>
              <p:cNvSpPr/>
              <p:nvPr/>
            </p:nvSpPr>
            <p:spPr>
              <a:xfrm>
                <a:off x="2025348" y="3145361"/>
                <a:ext cx="406327" cy="406290"/>
              </a:xfrm>
              <a:custGeom>
                <a:rect b="b" l="l" r="r" t="t"/>
                <a:pathLst>
                  <a:path extrusionOk="0" h="11042" w="11043">
                    <a:moveTo>
                      <a:pt x="3003" y="1"/>
                    </a:moveTo>
                    <a:lnTo>
                      <a:pt x="3003" y="1001"/>
                    </a:lnTo>
                    <a:lnTo>
                      <a:pt x="1002" y="1001"/>
                    </a:lnTo>
                    <a:lnTo>
                      <a:pt x="1002" y="2002"/>
                    </a:lnTo>
                    <a:lnTo>
                      <a:pt x="1" y="2002"/>
                    </a:lnTo>
                    <a:lnTo>
                      <a:pt x="1" y="3003"/>
                    </a:lnTo>
                    <a:lnTo>
                      <a:pt x="1" y="4037"/>
                    </a:lnTo>
                    <a:lnTo>
                      <a:pt x="1" y="5038"/>
                    </a:lnTo>
                    <a:lnTo>
                      <a:pt x="1" y="6038"/>
                    </a:lnTo>
                    <a:lnTo>
                      <a:pt x="3003" y="6038"/>
                    </a:lnTo>
                    <a:lnTo>
                      <a:pt x="3003" y="5038"/>
                    </a:lnTo>
                    <a:lnTo>
                      <a:pt x="3003" y="4037"/>
                    </a:lnTo>
                    <a:lnTo>
                      <a:pt x="3003" y="3003"/>
                    </a:lnTo>
                    <a:lnTo>
                      <a:pt x="3003" y="2002"/>
                    </a:lnTo>
                    <a:lnTo>
                      <a:pt x="4037" y="2002"/>
                    </a:lnTo>
                    <a:lnTo>
                      <a:pt x="4037" y="1001"/>
                    </a:lnTo>
                    <a:lnTo>
                      <a:pt x="7039" y="1001"/>
                    </a:lnTo>
                    <a:lnTo>
                      <a:pt x="7039" y="2002"/>
                    </a:lnTo>
                    <a:lnTo>
                      <a:pt x="8040" y="2002"/>
                    </a:lnTo>
                    <a:lnTo>
                      <a:pt x="8040" y="3003"/>
                    </a:lnTo>
                    <a:lnTo>
                      <a:pt x="8040" y="4037"/>
                    </a:lnTo>
                    <a:lnTo>
                      <a:pt x="8040" y="5038"/>
                    </a:lnTo>
                    <a:lnTo>
                      <a:pt x="8040" y="6038"/>
                    </a:lnTo>
                    <a:lnTo>
                      <a:pt x="7039" y="6038"/>
                    </a:lnTo>
                    <a:lnTo>
                      <a:pt x="7039" y="7039"/>
                    </a:lnTo>
                    <a:lnTo>
                      <a:pt x="6038" y="7039"/>
                    </a:lnTo>
                    <a:lnTo>
                      <a:pt x="6038" y="8040"/>
                    </a:lnTo>
                    <a:lnTo>
                      <a:pt x="5038" y="8040"/>
                    </a:lnTo>
                    <a:lnTo>
                      <a:pt x="5038" y="9040"/>
                    </a:lnTo>
                    <a:lnTo>
                      <a:pt x="5038" y="10041"/>
                    </a:lnTo>
                    <a:lnTo>
                      <a:pt x="5038" y="11042"/>
                    </a:lnTo>
                    <a:lnTo>
                      <a:pt x="8040" y="11042"/>
                    </a:lnTo>
                    <a:lnTo>
                      <a:pt x="8040" y="10041"/>
                    </a:lnTo>
                    <a:lnTo>
                      <a:pt x="8040" y="9040"/>
                    </a:lnTo>
                    <a:lnTo>
                      <a:pt x="8040" y="8040"/>
                    </a:lnTo>
                    <a:lnTo>
                      <a:pt x="9041" y="8040"/>
                    </a:lnTo>
                    <a:lnTo>
                      <a:pt x="9041" y="7039"/>
                    </a:lnTo>
                    <a:lnTo>
                      <a:pt x="10041" y="7039"/>
                    </a:lnTo>
                    <a:lnTo>
                      <a:pt x="10041" y="6038"/>
                    </a:lnTo>
                    <a:lnTo>
                      <a:pt x="11042" y="6038"/>
                    </a:lnTo>
                    <a:lnTo>
                      <a:pt x="11042" y="5038"/>
                    </a:lnTo>
                    <a:lnTo>
                      <a:pt x="11042" y="4037"/>
                    </a:lnTo>
                    <a:lnTo>
                      <a:pt x="11042" y="3003"/>
                    </a:lnTo>
                    <a:lnTo>
                      <a:pt x="11042" y="2002"/>
                    </a:lnTo>
                    <a:lnTo>
                      <a:pt x="10041" y="2002"/>
                    </a:lnTo>
                    <a:lnTo>
                      <a:pt x="10041" y="1001"/>
                    </a:lnTo>
                    <a:lnTo>
                      <a:pt x="8040" y="1001"/>
                    </a:lnTo>
                    <a:lnTo>
                      <a:pt x="804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98" name="Google Shape;198;p11"/>
          <p:cNvSpPr txBox="1"/>
          <p:nvPr>
            <p:ph hasCustomPrompt="1" type="title"/>
          </p:nvPr>
        </p:nvSpPr>
        <p:spPr>
          <a:xfrm>
            <a:off x="1284000" y="1459475"/>
            <a:ext cx="6576000" cy="151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199" name="Google Shape;199;p11"/>
          <p:cNvSpPr txBox="1"/>
          <p:nvPr>
            <p:ph idx="1" type="subTitle"/>
          </p:nvPr>
        </p:nvSpPr>
        <p:spPr>
          <a:xfrm>
            <a:off x="1284000" y="2970625"/>
            <a:ext cx="6576000" cy="713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5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"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2" name="Google Shape;202;p13"/>
          <p:cNvGrpSpPr/>
          <p:nvPr/>
        </p:nvGrpSpPr>
        <p:grpSpPr>
          <a:xfrm>
            <a:off x="69150" y="137187"/>
            <a:ext cx="9031450" cy="282372"/>
            <a:chOff x="69150" y="137187"/>
            <a:chExt cx="9031450" cy="282372"/>
          </a:xfrm>
        </p:grpSpPr>
        <p:cxnSp>
          <p:nvCxnSpPr>
            <p:cNvPr id="203" name="Google Shape;203;p13"/>
            <p:cNvCxnSpPr/>
            <p:nvPr/>
          </p:nvCxnSpPr>
          <p:spPr>
            <a:xfrm>
              <a:off x="78700" y="278373"/>
              <a:ext cx="9021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4" name="Google Shape;204;p13"/>
            <p:cNvCxnSpPr/>
            <p:nvPr/>
          </p:nvCxnSpPr>
          <p:spPr>
            <a:xfrm>
              <a:off x="69150" y="207780"/>
              <a:ext cx="9021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5" name="Google Shape;205;p13"/>
            <p:cNvCxnSpPr/>
            <p:nvPr/>
          </p:nvCxnSpPr>
          <p:spPr>
            <a:xfrm>
              <a:off x="73925" y="137187"/>
              <a:ext cx="9021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6" name="Google Shape;206;p13"/>
            <p:cNvCxnSpPr/>
            <p:nvPr/>
          </p:nvCxnSpPr>
          <p:spPr>
            <a:xfrm>
              <a:off x="78700" y="419559"/>
              <a:ext cx="9021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7" name="Google Shape;207;p13"/>
            <p:cNvCxnSpPr/>
            <p:nvPr/>
          </p:nvCxnSpPr>
          <p:spPr>
            <a:xfrm>
              <a:off x="78700" y="348966"/>
              <a:ext cx="9021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08" name="Google Shape;208;p13"/>
          <p:cNvSpPr/>
          <p:nvPr/>
        </p:nvSpPr>
        <p:spPr>
          <a:xfrm>
            <a:off x="70625" y="64225"/>
            <a:ext cx="9028500" cy="5028000"/>
          </a:xfrm>
          <a:prstGeom prst="roundRect">
            <a:avLst>
              <a:gd fmla="val 2044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09" name="Google Shape;209;p13"/>
          <p:cNvGrpSpPr/>
          <p:nvPr/>
        </p:nvGrpSpPr>
        <p:grpSpPr>
          <a:xfrm>
            <a:off x="234375" y="117804"/>
            <a:ext cx="256800" cy="256800"/>
            <a:chOff x="234375" y="110636"/>
            <a:chExt cx="256800" cy="256800"/>
          </a:xfrm>
        </p:grpSpPr>
        <p:sp>
          <p:nvSpPr>
            <p:cNvPr id="210" name="Google Shape;210;p13"/>
            <p:cNvSpPr/>
            <p:nvPr/>
          </p:nvSpPr>
          <p:spPr>
            <a:xfrm>
              <a:off x="234375" y="110636"/>
              <a:ext cx="256800" cy="2568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" name="Google Shape;211;p13"/>
            <p:cNvSpPr/>
            <p:nvPr/>
          </p:nvSpPr>
          <p:spPr>
            <a:xfrm>
              <a:off x="234375" y="110636"/>
              <a:ext cx="256800" cy="256800"/>
            </a:xfrm>
            <a:prstGeom prst="mathMultiply">
              <a:avLst>
                <a:gd fmla="val 23520" name="adj1"/>
              </a:avLst>
            </a:prstGeom>
            <a:solidFill>
              <a:schemeClr val="l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212" name="Google Shape;212;p13"/>
          <p:cNvCxnSpPr/>
          <p:nvPr/>
        </p:nvCxnSpPr>
        <p:spPr>
          <a:xfrm>
            <a:off x="73925" y="5008650"/>
            <a:ext cx="9021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213" name="Google Shape;213;p13"/>
          <p:cNvGrpSpPr/>
          <p:nvPr/>
        </p:nvGrpSpPr>
        <p:grpSpPr>
          <a:xfrm>
            <a:off x="6760300" y="117804"/>
            <a:ext cx="2161200" cy="256800"/>
            <a:chOff x="6760300" y="96350"/>
            <a:chExt cx="2161200" cy="256800"/>
          </a:xfrm>
        </p:grpSpPr>
        <p:sp>
          <p:nvSpPr>
            <p:cNvPr id="214" name="Google Shape;214;p13"/>
            <p:cNvSpPr/>
            <p:nvPr/>
          </p:nvSpPr>
          <p:spPr>
            <a:xfrm>
              <a:off x="6760300" y="96350"/>
              <a:ext cx="2161200" cy="2568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15" name="Google Shape;215;p13"/>
            <p:cNvGrpSpPr/>
            <p:nvPr/>
          </p:nvGrpSpPr>
          <p:grpSpPr>
            <a:xfrm>
              <a:off x="8683881" y="115948"/>
              <a:ext cx="159362" cy="217605"/>
              <a:chOff x="2025348" y="3145361"/>
              <a:chExt cx="406327" cy="554831"/>
            </a:xfrm>
          </p:grpSpPr>
          <p:sp>
            <p:nvSpPr>
              <p:cNvPr id="216" name="Google Shape;216;p13"/>
              <p:cNvSpPr/>
              <p:nvPr/>
            </p:nvSpPr>
            <p:spPr>
              <a:xfrm>
                <a:off x="2173889" y="3589660"/>
                <a:ext cx="184122" cy="110532"/>
              </a:xfrm>
              <a:custGeom>
                <a:rect b="b" l="l" r="r" t="t"/>
                <a:pathLst>
                  <a:path extrusionOk="0" h="3004" w="5004">
                    <a:moveTo>
                      <a:pt x="1001" y="1"/>
                    </a:moveTo>
                    <a:lnTo>
                      <a:pt x="1001" y="1002"/>
                    </a:lnTo>
                    <a:lnTo>
                      <a:pt x="0" y="1002"/>
                    </a:lnTo>
                    <a:lnTo>
                      <a:pt x="0" y="2002"/>
                    </a:lnTo>
                    <a:lnTo>
                      <a:pt x="1001" y="2002"/>
                    </a:lnTo>
                    <a:lnTo>
                      <a:pt x="1001" y="3003"/>
                    </a:lnTo>
                    <a:lnTo>
                      <a:pt x="4003" y="3003"/>
                    </a:lnTo>
                    <a:lnTo>
                      <a:pt x="4003" y="2002"/>
                    </a:lnTo>
                    <a:lnTo>
                      <a:pt x="5004" y="2002"/>
                    </a:lnTo>
                    <a:lnTo>
                      <a:pt x="5004" y="1002"/>
                    </a:lnTo>
                    <a:lnTo>
                      <a:pt x="4003" y="1002"/>
                    </a:lnTo>
                    <a:lnTo>
                      <a:pt x="400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" name="Google Shape;217;p13"/>
              <p:cNvSpPr/>
              <p:nvPr/>
            </p:nvSpPr>
            <p:spPr>
              <a:xfrm>
                <a:off x="2025348" y="3145361"/>
                <a:ext cx="406327" cy="406290"/>
              </a:xfrm>
              <a:custGeom>
                <a:rect b="b" l="l" r="r" t="t"/>
                <a:pathLst>
                  <a:path extrusionOk="0" h="11042" w="11043">
                    <a:moveTo>
                      <a:pt x="3003" y="1"/>
                    </a:moveTo>
                    <a:lnTo>
                      <a:pt x="3003" y="1001"/>
                    </a:lnTo>
                    <a:lnTo>
                      <a:pt x="1002" y="1001"/>
                    </a:lnTo>
                    <a:lnTo>
                      <a:pt x="1002" y="2002"/>
                    </a:lnTo>
                    <a:lnTo>
                      <a:pt x="1" y="2002"/>
                    </a:lnTo>
                    <a:lnTo>
                      <a:pt x="1" y="3003"/>
                    </a:lnTo>
                    <a:lnTo>
                      <a:pt x="1" y="4037"/>
                    </a:lnTo>
                    <a:lnTo>
                      <a:pt x="1" y="5038"/>
                    </a:lnTo>
                    <a:lnTo>
                      <a:pt x="1" y="6038"/>
                    </a:lnTo>
                    <a:lnTo>
                      <a:pt x="3003" y="6038"/>
                    </a:lnTo>
                    <a:lnTo>
                      <a:pt x="3003" y="5038"/>
                    </a:lnTo>
                    <a:lnTo>
                      <a:pt x="3003" y="4037"/>
                    </a:lnTo>
                    <a:lnTo>
                      <a:pt x="3003" y="3003"/>
                    </a:lnTo>
                    <a:lnTo>
                      <a:pt x="3003" y="2002"/>
                    </a:lnTo>
                    <a:lnTo>
                      <a:pt x="4037" y="2002"/>
                    </a:lnTo>
                    <a:lnTo>
                      <a:pt x="4037" y="1001"/>
                    </a:lnTo>
                    <a:lnTo>
                      <a:pt x="7039" y="1001"/>
                    </a:lnTo>
                    <a:lnTo>
                      <a:pt x="7039" y="2002"/>
                    </a:lnTo>
                    <a:lnTo>
                      <a:pt x="8040" y="2002"/>
                    </a:lnTo>
                    <a:lnTo>
                      <a:pt x="8040" y="3003"/>
                    </a:lnTo>
                    <a:lnTo>
                      <a:pt x="8040" y="4037"/>
                    </a:lnTo>
                    <a:lnTo>
                      <a:pt x="8040" y="5038"/>
                    </a:lnTo>
                    <a:lnTo>
                      <a:pt x="8040" y="6038"/>
                    </a:lnTo>
                    <a:lnTo>
                      <a:pt x="7039" y="6038"/>
                    </a:lnTo>
                    <a:lnTo>
                      <a:pt x="7039" y="7039"/>
                    </a:lnTo>
                    <a:lnTo>
                      <a:pt x="6038" y="7039"/>
                    </a:lnTo>
                    <a:lnTo>
                      <a:pt x="6038" y="8040"/>
                    </a:lnTo>
                    <a:lnTo>
                      <a:pt x="5038" y="8040"/>
                    </a:lnTo>
                    <a:lnTo>
                      <a:pt x="5038" y="9040"/>
                    </a:lnTo>
                    <a:lnTo>
                      <a:pt x="5038" y="10041"/>
                    </a:lnTo>
                    <a:lnTo>
                      <a:pt x="5038" y="11042"/>
                    </a:lnTo>
                    <a:lnTo>
                      <a:pt x="8040" y="11042"/>
                    </a:lnTo>
                    <a:lnTo>
                      <a:pt x="8040" y="10041"/>
                    </a:lnTo>
                    <a:lnTo>
                      <a:pt x="8040" y="9040"/>
                    </a:lnTo>
                    <a:lnTo>
                      <a:pt x="8040" y="8040"/>
                    </a:lnTo>
                    <a:lnTo>
                      <a:pt x="9041" y="8040"/>
                    </a:lnTo>
                    <a:lnTo>
                      <a:pt x="9041" y="7039"/>
                    </a:lnTo>
                    <a:lnTo>
                      <a:pt x="10041" y="7039"/>
                    </a:lnTo>
                    <a:lnTo>
                      <a:pt x="10041" y="6038"/>
                    </a:lnTo>
                    <a:lnTo>
                      <a:pt x="11042" y="6038"/>
                    </a:lnTo>
                    <a:lnTo>
                      <a:pt x="11042" y="5038"/>
                    </a:lnTo>
                    <a:lnTo>
                      <a:pt x="11042" y="4037"/>
                    </a:lnTo>
                    <a:lnTo>
                      <a:pt x="11042" y="3003"/>
                    </a:lnTo>
                    <a:lnTo>
                      <a:pt x="11042" y="2002"/>
                    </a:lnTo>
                    <a:lnTo>
                      <a:pt x="10041" y="2002"/>
                    </a:lnTo>
                    <a:lnTo>
                      <a:pt x="10041" y="1001"/>
                    </a:lnTo>
                    <a:lnTo>
                      <a:pt x="8040" y="1001"/>
                    </a:lnTo>
                    <a:lnTo>
                      <a:pt x="804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18" name="Google Shape;218;p13"/>
          <p:cNvSpPr txBox="1"/>
          <p:nvPr>
            <p:ph type="title"/>
          </p:nvPr>
        </p:nvSpPr>
        <p:spPr>
          <a:xfrm>
            <a:off x="1407500" y="637150"/>
            <a:ext cx="4959000" cy="31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26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19" name="Google Shape;219;p13"/>
          <p:cNvSpPr txBox="1"/>
          <p:nvPr>
            <p:ph hasCustomPrompt="1" idx="2" type="title"/>
          </p:nvPr>
        </p:nvSpPr>
        <p:spPr>
          <a:xfrm>
            <a:off x="715100" y="637150"/>
            <a:ext cx="692400" cy="31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20" name="Google Shape;220;p13"/>
          <p:cNvSpPr txBox="1"/>
          <p:nvPr>
            <p:ph idx="1" type="subTitle"/>
          </p:nvPr>
        </p:nvSpPr>
        <p:spPr>
          <a:xfrm>
            <a:off x="722600" y="1019450"/>
            <a:ext cx="5640900" cy="198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1" name="Google Shape;221;p13"/>
          <p:cNvSpPr txBox="1"/>
          <p:nvPr>
            <p:ph idx="3" type="title"/>
          </p:nvPr>
        </p:nvSpPr>
        <p:spPr>
          <a:xfrm>
            <a:off x="1407500" y="1459300"/>
            <a:ext cx="4959000" cy="31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26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22" name="Google Shape;222;p13"/>
          <p:cNvSpPr txBox="1"/>
          <p:nvPr>
            <p:ph hasCustomPrompt="1" idx="4" type="title"/>
          </p:nvPr>
        </p:nvSpPr>
        <p:spPr>
          <a:xfrm>
            <a:off x="718850" y="1459300"/>
            <a:ext cx="692400" cy="31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23" name="Google Shape;223;p13"/>
          <p:cNvSpPr txBox="1"/>
          <p:nvPr>
            <p:ph idx="5" type="subTitle"/>
          </p:nvPr>
        </p:nvSpPr>
        <p:spPr>
          <a:xfrm>
            <a:off x="725560" y="1841600"/>
            <a:ext cx="5640900" cy="198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4" name="Google Shape;224;p13"/>
          <p:cNvSpPr txBox="1"/>
          <p:nvPr>
            <p:ph idx="6" type="title"/>
          </p:nvPr>
        </p:nvSpPr>
        <p:spPr>
          <a:xfrm>
            <a:off x="1407500" y="2281450"/>
            <a:ext cx="4959000" cy="31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26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25" name="Google Shape;225;p13"/>
          <p:cNvSpPr txBox="1"/>
          <p:nvPr>
            <p:ph hasCustomPrompt="1" idx="7" type="title"/>
          </p:nvPr>
        </p:nvSpPr>
        <p:spPr>
          <a:xfrm>
            <a:off x="718850" y="2281450"/>
            <a:ext cx="692400" cy="31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26" name="Google Shape;226;p13"/>
          <p:cNvSpPr txBox="1"/>
          <p:nvPr>
            <p:ph idx="8" type="subTitle"/>
          </p:nvPr>
        </p:nvSpPr>
        <p:spPr>
          <a:xfrm>
            <a:off x="725560" y="2663750"/>
            <a:ext cx="5640900" cy="198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7" name="Google Shape;227;p13"/>
          <p:cNvSpPr txBox="1"/>
          <p:nvPr>
            <p:ph idx="9" type="title"/>
          </p:nvPr>
        </p:nvSpPr>
        <p:spPr>
          <a:xfrm>
            <a:off x="1407500" y="3179800"/>
            <a:ext cx="4959000" cy="31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26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28" name="Google Shape;228;p13"/>
          <p:cNvSpPr txBox="1"/>
          <p:nvPr>
            <p:ph hasCustomPrompt="1" idx="13" type="title"/>
          </p:nvPr>
        </p:nvSpPr>
        <p:spPr>
          <a:xfrm>
            <a:off x="718850" y="3179800"/>
            <a:ext cx="692400" cy="31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29" name="Google Shape;229;p13"/>
          <p:cNvSpPr txBox="1"/>
          <p:nvPr>
            <p:ph idx="14" type="subTitle"/>
          </p:nvPr>
        </p:nvSpPr>
        <p:spPr>
          <a:xfrm>
            <a:off x="725560" y="3562100"/>
            <a:ext cx="5640900" cy="198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0" name="Google Shape;230;p13"/>
          <p:cNvSpPr txBox="1"/>
          <p:nvPr>
            <p:ph idx="15" type="title"/>
          </p:nvPr>
        </p:nvSpPr>
        <p:spPr>
          <a:xfrm>
            <a:off x="1407500" y="4001950"/>
            <a:ext cx="4959000" cy="31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26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31" name="Google Shape;231;p13"/>
          <p:cNvSpPr txBox="1"/>
          <p:nvPr>
            <p:ph hasCustomPrompt="1" idx="16" type="title"/>
          </p:nvPr>
        </p:nvSpPr>
        <p:spPr>
          <a:xfrm>
            <a:off x="718850" y="4001950"/>
            <a:ext cx="692400" cy="31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32" name="Google Shape;232;p13"/>
          <p:cNvSpPr txBox="1"/>
          <p:nvPr>
            <p:ph idx="17" type="subTitle"/>
          </p:nvPr>
        </p:nvSpPr>
        <p:spPr>
          <a:xfrm>
            <a:off x="725560" y="4384250"/>
            <a:ext cx="5640900" cy="198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BLANK_1_1"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4" name="Google Shape;234;p14"/>
          <p:cNvGrpSpPr/>
          <p:nvPr/>
        </p:nvGrpSpPr>
        <p:grpSpPr>
          <a:xfrm>
            <a:off x="69150" y="137187"/>
            <a:ext cx="9031450" cy="282372"/>
            <a:chOff x="69150" y="137187"/>
            <a:chExt cx="9031450" cy="282372"/>
          </a:xfrm>
        </p:grpSpPr>
        <p:cxnSp>
          <p:nvCxnSpPr>
            <p:cNvPr id="235" name="Google Shape;235;p14"/>
            <p:cNvCxnSpPr/>
            <p:nvPr/>
          </p:nvCxnSpPr>
          <p:spPr>
            <a:xfrm>
              <a:off x="78700" y="278373"/>
              <a:ext cx="9021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36" name="Google Shape;236;p14"/>
            <p:cNvCxnSpPr/>
            <p:nvPr/>
          </p:nvCxnSpPr>
          <p:spPr>
            <a:xfrm>
              <a:off x="69150" y="207780"/>
              <a:ext cx="9021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37" name="Google Shape;237;p14"/>
            <p:cNvCxnSpPr/>
            <p:nvPr/>
          </p:nvCxnSpPr>
          <p:spPr>
            <a:xfrm>
              <a:off x="73925" y="137187"/>
              <a:ext cx="9021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38" name="Google Shape;238;p14"/>
            <p:cNvCxnSpPr/>
            <p:nvPr/>
          </p:nvCxnSpPr>
          <p:spPr>
            <a:xfrm>
              <a:off x="78700" y="419559"/>
              <a:ext cx="9021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39" name="Google Shape;239;p14"/>
            <p:cNvCxnSpPr/>
            <p:nvPr/>
          </p:nvCxnSpPr>
          <p:spPr>
            <a:xfrm>
              <a:off x="78700" y="348966"/>
              <a:ext cx="9021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40" name="Google Shape;240;p14"/>
          <p:cNvSpPr/>
          <p:nvPr/>
        </p:nvSpPr>
        <p:spPr>
          <a:xfrm>
            <a:off x="70625" y="64225"/>
            <a:ext cx="9028500" cy="5028000"/>
          </a:xfrm>
          <a:prstGeom prst="roundRect">
            <a:avLst>
              <a:gd fmla="val 2044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41" name="Google Shape;241;p14"/>
          <p:cNvGrpSpPr/>
          <p:nvPr/>
        </p:nvGrpSpPr>
        <p:grpSpPr>
          <a:xfrm>
            <a:off x="234375" y="117804"/>
            <a:ext cx="256800" cy="256800"/>
            <a:chOff x="234375" y="110636"/>
            <a:chExt cx="256800" cy="256800"/>
          </a:xfrm>
        </p:grpSpPr>
        <p:sp>
          <p:nvSpPr>
            <p:cNvPr id="242" name="Google Shape;242;p14"/>
            <p:cNvSpPr/>
            <p:nvPr/>
          </p:nvSpPr>
          <p:spPr>
            <a:xfrm>
              <a:off x="234375" y="110636"/>
              <a:ext cx="256800" cy="2568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" name="Google Shape;243;p14"/>
            <p:cNvSpPr/>
            <p:nvPr/>
          </p:nvSpPr>
          <p:spPr>
            <a:xfrm>
              <a:off x="234375" y="110636"/>
              <a:ext cx="256800" cy="256800"/>
            </a:xfrm>
            <a:prstGeom prst="mathMultiply">
              <a:avLst>
                <a:gd fmla="val 23520" name="adj1"/>
              </a:avLst>
            </a:prstGeom>
            <a:solidFill>
              <a:schemeClr val="l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244" name="Google Shape;244;p14"/>
          <p:cNvCxnSpPr/>
          <p:nvPr/>
        </p:nvCxnSpPr>
        <p:spPr>
          <a:xfrm>
            <a:off x="73925" y="5008650"/>
            <a:ext cx="9021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245" name="Google Shape;245;p14"/>
          <p:cNvGrpSpPr/>
          <p:nvPr/>
        </p:nvGrpSpPr>
        <p:grpSpPr>
          <a:xfrm>
            <a:off x="6760300" y="117804"/>
            <a:ext cx="2161200" cy="256800"/>
            <a:chOff x="6760300" y="96350"/>
            <a:chExt cx="2161200" cy="256800"/>
          </a:xfrm>
        </p:grpSpPr>
        <p:sp>
          <p:nvSpPr>
            <p:cNvPr id="246" name="Google Shape;246;p14"/>
            <p:cNvSpPr/>
            <p:nvPr/>
          </p:nvSpPr>
          <p:spPr>
            <a:xfrm>
              <a:off x="6760300" y="96350"/>
              <a:ext cx="2161200" cy="2568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47" name="Google Shape;247;p14"/>
            <p:cNvGrpSpPr/>
            <p:nvPr/>
          </p:nvGrpSpPr>
          <p:grpSpPr>
            <a:xfrm>
              <a:off x="8683881" y="115948"/>
              <a:ext cx="159362" cy="217605"/>
              <a:chOff x="2025348" y="3145361"/>
              <a:chExt cx="406327" cy="554831"/>
            </a:xfrm>
          </p:grpSpPr>
          <p:sp>
            <p:nvSpPr>
              <p:cNvPr id="248" name="Google Shape;248;p14"/>
              <p:cNvSpPr/>
              <p:nvPr/>
            </p:nvSpPr>
            <p:spPr>
              <a:xfrm>
                <a:off x="2173889" y="3589660"/>
                <a:ext cx="184122" cy="110532"/>
              </a:xfrm>
              <a:custGeom>
                <a:rect b="b" l="l" r="r" t="t"/>
                <a:pathLst>
                  <a:path extrusionOk="0" h="3004" w="5004">
                    <a:moveTo>
                      <a:pt x="1001" y="1"/>
                    </a:moveTo>
                    <a:lnTo>
                      <a:pt x="1001" y="1002"/>
                    </a:lnTo>
                    <a:lnTo>
                      <a:pt x="0" y="1002"/>
                    </a:lnTo>
                    <a:lnTo>
                      <a:pt x="0" y="2002"/>
                    </a:lnTo>
                    <a:lnTo>
                      <a:pt x="1001" y="2002"/>
                    </a:lnTo>
                    <a:lnTo>
                      <a:pt x="1001" y="3003"/>
                    </a:lnTo>
                    <a:lnTo>
                      <a:pt x="4003" y="3003"/>
                    </a:lnTo>
                    <a:lnTo>
                      <a:pt x="4003" y="2002"/>
                    </a:lnTo>
                    <a:lnTo>
                      <a:pt x="5004" y="2002"/>
                    </a:lnTo>
                    <a:lnTo>
                      <a:pt x="5004" y="1002"/>
                    </a:lnTo>
                    <a:lnTo>
                      <a:pt x="4003" y="1002"/>
                    </a:lnTo>
                    <a:lnTo>
                      <a:pt x="400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9" name="Google Shape;249;p14"/>
              <p:cNvSpPr/>
              <p:nvPr/>
            </p:nvSpPr>
            <p:spPr>
              <a:xfrm>
                <a:off x="2025348" y="3145361"/>
                <a:ext cx="406327" cy="406290"/>
              </a:xfrm>
              <a:custGeom>
                <a:rect b="b" l="l" r="r" t="t"/>
                <a:pathLst>
                  <a:path extrusionOk="0" h="11042" w="11043">
                    <a:moveTo>
                      <a:pt x="3003" y="1"/>
                    </a:moveTo>
                    <a:lnTo>
                      <a:pt x="3003" y="1001"/>
                    </a:lnTo>
                    <a:lnTo>
                      <a:pt x="1002" y="1001"/>
                    </a:lnTo>
                    <a:lnTo>
                      <a:pt x="1002" y="2002"/>
                    </a:lnTo>
                    <a:lnTo>
                      <a:pt x="1" y="2002"/>
                    </a:lnTo>
                    <a:lnTo>
                      <a:pt x="1" y="3003"/>
                    </a:lnTo>
                    <a:lnTo>
                      <a:pt x="1" y="4037"/>
                    </a:lnTo>
                    <a:lnTo>
                      <a:pt x="1" y="5038"/>
                    </a:lnTo>
                    <a:lnTo>
                      <a:pt x="1" y="6038"/>
                    </a:lnTo>
                    <a:lnTo>
                      <a:pt x="3003" y="6038"/>
                    </a:lnTo>
                    <a:lnTo>
                      <a:pt x="3003" y="5038"/>
                    </a:lnTo>
                    <a:lnTo>
                      <a:pt x="3003" y="4037"/>
                    </a:lnTo>
                    <a:lnTo>
                      <a:pt x="3003" y="3003"/>
                    </a:lnTo>
                    <a:lnTo>
                      <a:pt x="3003" y="2002"/>
                    </a:lnTo>
                    <a:lnTo>
                      <a:pt x="4037" y="2002"/>
                    </a:lnTo>
                    <a:lnTo>
                      <a:pt x="4037" y="1001"/>
                    </a:lnTo>
                    <a:lnTo>
                      <a:pt x="7039" y="1001"/>
                    </a:lnTo>
                    <a:lnTo>
                      <a:pt x="7039" y="2002"/>
                    </a:lnTo>
                    <a:lnTo>
                      <a:pt x="8040" y="2002"/>
                    </a:lnTo>
                    <a:lnTo>
                      <a:pt x="8040" y="3003"/>
                    </a:lnTo>
                    <a:lnTo>
                      <a:pt x="8040" y="4037"/>
                    </a:lnTo>
                    <a:lnTo>
                      <a:pt x="8040" y="5038"/>
                    </a:lnTo>
                    <a:lnTo>
                      <a:pt x="8040" y="6038"/>
                    </a:lnTo>
                    <a:lnTo>
                      <a:pt x="7039" y="6038"/>
                    </a:lnTo>
                    <a:lnTo>
                      <a:pt x="7039" y="7039"/>
                    </a:lnTo>
                    <a:lnTo>
                      <a:pt x="6038" y="7039"/>
                    </a:lnTo>
                    <a:lnTo>
                      <a:pt x="6038" y="8040"/>
                    </a:lnTo>
                    <a:lnTo>
                      <a:pt x="5038" y="8040"/>
                    </a:lnTo>
                    <a:lnTo>
                      <a:pt x="5038" y="9040"/>
                    </a:lnTo>
                    <a:lnTo>
                      <a:pt x="5038" y="10041"/>
                    </a:lnTo>
                    <a:lnTo>
                      <a:pt x="5038" y="11042"/>
                    </a:lnTo>
                    <a:lnTo>
                      <a:pt x="8040" y="11042"/>
                    </a:lnTo>
                    <a:lnTo>
                      <a:pt x="8040" y="10041"/>
                    </a:lnTo>
                    <a:lnTo>
                      <a:pt x="8040" y="9040"/>
                    </a:lnTo>
                    <a:lnTo>
                      <a:pt x="8040" y="8040"/>
                    </a:lnTo>
                    <a:lnTo>
                      <a:pt x="9041" y="8040"/>
                    </a:lnTo>
                    <a:lnTo>
                      <a:pt x="9041" y="7039"/>
                    </a:lnTo>
                    <a:lnTo>
                      <a:pt x="10041" y="7039"/>
                    </a:lnTo>
                    <a:lnTo>
                      <a:pt x="10041" y="6038"/>
                    </a:lnTo>
                    <a:lnTo>
                      <a:pt x="11042" y="6038"/>
                    </a:lnTo>
                    <a:lnTo>
                      <a:pt x="11042" y="5038"/>
                    </a:lnTo>
                    <a:lnTo>
                      <a:pt x="11042" y="4037"/>
                    </a:lnTo>
                    <a:lnTo>
                      <a:pt x="11042" y="3003"/>
                    </a:lnTo>
                    <a:lnTo>
                      <a:pt x="11042" y="2002"/>
                    </a:lnTo>
                    <a:lnTo>
                      <a:pt x="10041" y="2002"/>
                    </a:lnTo>
                    <a:lnTo>
                      <a:pt x="10041" y="1001"/>
                    </a:lnTo>
                    <a:lnTo>
                      <a:pt x="8040" y="1001"/>
                    </a:lnTo>
                    <a:lnTo>
                      <a:pt x="804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50" name="Google Shape;250;p14"/>
          <p:cNvSpPr txBox="1"/>
          <p:nvPr>
            <p:ph type="title"/>
          </p:nvPr>
        </p:nvSpPr>
        <p:spPr>
          <a:xfrm>
            <a:off x="2290050" y="3277575"/>
            <a:ext cx="4563900" cy="531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251" name="Google Shape;251;p14"/>
          <p:cNvSpPr txBox="1"/>
          <p:nvPr>
            <p:ph idx="1" type="subTitle"/>
          </p:nvPr>
        </p:nvSpPr>
        <p:spPr>
          <a:xfrm>
            <a:off x="715050" y="1334025"/>
            <a:ext cx="7713900" cy="1740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"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3" name="Google Shape;253;p15"/>
          <p:cNvGrpSpPr/>
          <p:nvPr/>
        </p:nvGrpSpPr>
        <p:grpSpPr>
          <a:xfrm>
            <a:off x="69150" y="137187"/>
            <a:ext cx="9031450" cy="282372"/>
            <a:chOff x="69150" y="137187"/>
            <a:chExt cx="9031450" cy="282372"/>
          </a:xfrm>
        </p:grpSpPr>
        <p:cxnSp>
          <p:nvCxnSpPr>
            <p:cNvPr id="254" name="Google Shape;254;p15"/>
            <p:cNvCxnSpPr/>
            <p:nvPr/>
          </p:nvCxnSpPr>
          <p:spPr>
            <a:xfrm>
              <a:off x="78700" y="278373"/>
              <a:ext cx="9021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55" name="Google Shape;255;p15"/>
            <p:cNvCxnSpPr/>
            <p:nvPr/>
          </p:nvCxnSpPr>
          <p:spPr>
            <a:xfrm>
              <a:off x="69150" y="207780"/>
              <a:ext cx="9021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56" name="Google Shape;256;p15"/>
            <p:cNvCxnSpPr/>
            <p:nvPr/>
          </p:nvCxnSpPr>
          <p:spPr>
            <a:xfrm>
              <a:off x="73925" y="137187"/>
              <a:ext cx="9021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57" name="Google Shape;257;p15"/>
            <p:cNvCxnSpPr/>
            <p:nvPr/>
          </p:nvCxnSpPr>
          <p:spPr>
            <a:xfrm>
              <a:off x="78700" y="419559"/>
              <a:ext cx="9021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58" name="Google Shape;258;p15"/>
            <p:cNvCxnSpPr/>
            <p:nvPr/>
          </p:nvCxnSpPr>
          <p:spPr>
            <a:xfrm>
              <a:off x="78700" y="348966"/>
              <a:ext cx="9021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59" name="Google Shape;259;p15"/>
          <p:cNvSpPr/>
          <p:nvPr/>
        </p:nvSpPr>
        <p:spPr>
          <a:xfrm>
            <a:off x="70625" y="64225"/>
            <a:ext cx="9028500" cy="5028000"/>
          </a:xfrm>
          <a:prstGeom prst="roundRect">
            <a:avLst>
              <a:gd fmla="val 2044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60" name="Google Shape;260;p15"/>
          <p:cNvGrpSpPr/>
          <p:nvPr/>
        </p:nvGrpSpPr>
        <p:grpSpPr>
          <a:xfrm>
            <a:off x="234375" y="117804"/>
            <a:ext cx="256800" cy="256800"/>
            <a:chOff x="234375" y="110636"/>
            <a:chExt cx="256800" cy="256800"/>
          </a:xfrm>
        </p:grpSpPr>
        <p:sp>
          <p:nvSpPr>
            <p:cNvPr id="261" name="Google Shape;261;p15"/>
            <p:cNvSpPr/>
            <p:nvPr/>
          </p:nvSpPr>
          <p:spPr>
            <a:xfrm>
              <a:off x="234375" y="110636"/>
              <a:ext cx="256800" cy="2568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" name="Google Shape;262;p15"/>
            <p:cNvSpPr/>
            <p:nvPr/>
          </p:nvSpPr>
          <p:spPr>
            <a:xfrm>
              <a:off x="234375" y="110636"/>
              <a:ext cx="256800" cy="256800"/>
            </a:xfrm>
            <a:prstGeom prst="mathMultiply">
              <a:avLst>
                <a:gd fmla="val 23520" name="adj1"/>
              </a:avLst>
            </a:prstGeom>
            <a:solidFill>
              <a:schemeClr val="l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263" name="Google Shape;263;p15"/>
          <p:cNvCxnSpPr/>
          <p:nvPr/>
        </p:nvCxnSpPr>
        <p:spPr>
          <a:xfrm>
            <a:off x="73925" y="5008650"/>
            <a:ext cx="9021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264" name="Google Shape;264;p15"/>
          <p:cNvGrpSpPr/>
          <p:nvPr/>
        </p:nvGrpSpPr>
        <p:grpSpPr>
          <a:xfrm>
            <a:off x="6760300" y="117804"/>
            <a:ext cx="2161200" cy="256800"/>
            <a:chOff x="6760300" y="96350"/>
            <a:chExt cx="2161200" cy="256800"/>
          </a:xfrm>
        </p:grpSpPr>
        <p:sp>
          <p:nvSpPr>
            <p:cNvPr id="265" name="Google Shape;265;p15"/>
            <p:cNvSpPr/>
            <p:nvPr/>
          </p:nvSpPr>
          <p:spPr>
            <a:xfrm>
              <a:off x="6760300" y="96350"/>
              <a:ext cx="2161200" cy="2568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66" name="Google Shape;266;p15"/>
            <p:cNvGrpSpPr/>
            <p:nvPr/>
          </p:nvGrpSpPr>
          <p:grpSpPr>
            <a:xfrm>
              <a:off x="8683881" y="115948"/>
              <a:ext cx="159362" cy="217605"/>
              <a:chOff x="2025348" y="3145361"/>
              <a:chExt cx="406327" cy="554831"/>
            </a:xfrm>
          </p:grpSpPr>
          <p:sp>
            <p:nvSpPr>
              <p:cNvPr id="267" name="Google Shape;267;p15"/>
              <p:cNvSpPr/>
              <p:nvPr/>
            </p:nvSpPr>
            <p:spPr>
              <a:xfrm>
                <a:off x="2173889" y="3589660"/>
                <a:ext cx="184122" cy="110532"/>
              </a:xfrm>
              <a:custGeom>
                <a:rect b="b" l="l" r="r" t="t"/>
                <a:pathLst>
                  <a:path extrusionOk="0" h="3004" w="5004">
                    <a:moveTo>
                      <a:pt x="1001" y="1"/>
                    </a:moveTo>
                    <a:lnTo>
                      <a:pt x="1001" y="1002"/>
                    </a:lnTo>
                    <a:lnTo>
                      <a:pt x="0" y="1002"/>
                    </a:lnTo>
                    <a:lnTo>
                      <a:pt x="0" y="2002"/>
                    </a:lnTo>
                    <a:lnTo>
                      <a:pt x="1001" y="2002"/>
                    </a:lnTo>
                    <a:lnTo>
                      <a:pt x="1001" y="3003"/>
                    </a:lnTo>
                    <a:lnTo>
                      <a:pt x="4003" y="3003"/>
                    </a:lnTo>
                    <a:lnTo>
                      <a:pt x="4003" y="2002"/>
                    </a:lnTo>
                    <a:lnTo>
                      <a:pt x="5004" y="2002"/>
                    </a:lnTo>
                    <a:lnTo>
                      <a:pt x="5004" y="1002"/>
                    </a:lnTo>
                    <a:lnTo>
                      <a:pt x="4003" y="1002"/>
                    </a:lnTo>
                    <a:lnTo>
                      <a:pt x="400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8" name="Google Shape;268;p15"/>
              <p:cNvSpPr/>
              <p:nvPr/>
            </p:nvSpPr>
            <p:spPr>
              <a:xfrm>
                <a:off x="2025348" y="3145361"/>
                <a:ext cx="406327" cy="406290"/>
              </a:xfrm>
              <a:custGeom>
                <a:rect b="b" l="l" r="r" t="t"/>
                <a:pathLst>
                  <a:path extrusionOk="0" h="11042" w="11043">
                    <a:moveTo>
                      <a:pt x="3003" y="1"/>
                    </a:moveTo>
                    <a:lnTo>
                      <a:pt x="3003" y="1001"/>
                    </a:lnTo>
                    <a:lnTo>
                      <a:pt x="1002" y="1001"/>
                    </a:lnTo>
                    <a:lnTo>
                      <a:pt x="1002" y="2002"/>
                    </a:lnTo>
                    <a:lnTo>
                      <a:pt x="1" y="2002"/>
                    </a:lnTo>
                    <a:lnTo>
                      <a:pt x="1" y="3003"/>
                    </a:lnTo>
                    <a:lnTo>
                      <a:pt x="1" y="4037"/>
                    </a:lnTo>
                    <a:lnTo>
                      <a:pt x="1" y="5038"/>
                    </a:lnTo>
                    <a:lnTo>
                      <a:pt x="1" y="6038"/>
                    </a:lnTo>
                    <a:lnTo>
                      <a:pt x="3003" y="6038"/>
                    </a:lnTo>
                    <a:lnTo>
                      <a:pt x="3003" y="5038"/>
                    </a:lnTo>
                    <a:lnTo>
                      <a:pt x="3003" y="4037"/>
                    </a:lnTo>
                    <a:lnTo>
                      <a:pt x="3003" y="3003"/>
                    </a:lnTo>
                    <a:lnTo>
                      <a:pt x="3003" y="2002"/>
                    </a:lnTo>
                    <a:lnTo>
                      <a:pt x="4037" y="2002"/>
                    </a:lnTo>
                    <a:lnTo>
                      <a:pt x="4037" y="1001"/>
                    </a:lnTo>
                    <a:lnTo>
                      <a:pt x="7039" y="1001"/>
                    </a:lnTo>
                    <a:lnTo>
                      <a:pt x="7039" y="2002"/>
                    </a:lnTo>
                    <a:lnTo>
                      <a:pt x="8040" y="2002"/>
                    </a:lnTo>
                    <a:lnTo>
                      <a:pt x="8040" y="3003"/>
                    </a:lnTo>
                    <a:lnTo>
                      <a:pt x="8040" y="4037"/>
                    </a:lnTo>
                    <a:lnTo>
                      <a:pt x="8040" y="5038"/>
                    </a:lnTo>
                    <a:lnTo>
                      <a:pt x="8040" y="6038"/>
                    </a:lnTo>
                    <a:lnTo>
                      <a:pt x="7039" y="6038"/>
                    </a:lnTo>
                    <a:lnTo>
                      <a:pt x="7039" y="7039"/>
                    </a:lnTo>
                    <a:lnTo>
                      <a:pt x="6038" y="7039"/>
                    </a:lnTo>
                    <a:lnTo>
                      <a:pt x="6038" y="8040"/>
                    </a:lnTo>
                    <a:lnTo>
                      <a:pt x="5038" y="8040"/>
                    </a:lnTo>
                    <a:lnTo>
                      <a:pt x="5038" y="9040"/>
                    </a:lnTo>
                    <a:lnTo>
                      <a:pt x="5038" y="10041"/>
                    </a:lnTo>
                    <a:lnTo>
                      <a:pt x="5038" y="11042"/>
                    </a:lnTo>
                    <a:lnTo>
                      <a:pt x="8040" y="11042"/>
                    </a:lnTo>
                    <a:lnTo>
                      <a:pt x="8040" y="10041"/>
                    </a:lnTo>
                    <a:lnTo>
                      <a:pt x="8040" y="9040"/>
                    </a:lnTo>
                    <a:lnTo>
                      <a:pt x="8040" y="8040"/>
                    </a:lnTo>
                    <a:lnTo>
                      <a:pt x="9041" y="8040"/>
                    </a:lnTo>
                    <a:lnTo>
                      <a:pt x="9041" y="7039"/>
                    </a:lnTo>
                    <a:lnTo>
                      <a:pt x="10041" y="7039"/>
                    </a:lnTo>
                    <a:lnTo>
                      <a:pt x="10041" y="6038"/>
                    </a:lnTo>
                    <a:lnTo>
                      <a:pt x="11042" y="6038"/>
                    </a:lnTo>
                    <a:lnTo>
                      <a:pt x="11042" y="5038"/>
                    </a:lnTo>
                    <a:lnTo>
                      <a:pt x="11042" y="4037"/>
                    </a:lnTo>
                    <a:lnTo>
                      <a:pt x="11042" y="3003"/>
                    </a:lnTo>
                    <a:lnTo>
                      <a:pt x="11042" y="2002"/>
                    </a:lnTo>
                    <a:lnTo>
                      <a:pt x="10041" y="2002"/>
                    </a:lnTo>
                    <a:lnTo>
                      <a:pt x="10041" y="1001"/>
                    </a:lnTo>
                    <a:lnTo>
                      <a:pt x="8040" y="1001"/>
                    </a:lnTo>
                    <a:lnTo>
                      <a:pt x="804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69" name="Google Shape;269;p15"/>
          <p:cNvSpPr txBox="1"/>
          <p:nvPr>
            <p:ph idx="1" type="subTitle"/>
          </p:nvPr>
        </p:nvSpPr>
        <p:spPr>
          <a:xfrm>
            <a:off x="1844400" y="2739675"/>
            <a:ext cx="5455200" cy="69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0" name="Google Shape;270;p15"/>
          <p:cNvSpPr txBox="1"/>
          <p:nvPr>
            <p:ph type="title"/>
          </p:nvPr>
        </p:nvSpPr>
        <p:spPr>
          <a:xfrm>
            <a:off x="1844413" y="1467150"/>
            <a:ext cx="5455200" cy="102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 sz="11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BLANK_1_1_1_2"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2" name="Google Shape;272;p16"/>
          <p:cNvGrpSpPr/>
          <p:nvPr/>
        </p:nvGrpSpPr>
        <p:grpSpPr>
          <a:xfrm>
            <a:off x="69150" y="137187"/>
            <a:ext cx="9031450" cy="282372"/>
            <a:chOff x="69150" y="137187"/>
            <a:chExt cx="9031450" cy="282372"/>
          </a:xfrm>
        </p:grpSpPr>
        <p:cxnSp>
          <p:nvCxnSpPr>
            <p:cNvPr id="273" name="Google Shape;273;p16"/>
            <p:cNvCxnSpPr/>
            <p:nvPr/>
          </p:nvCxnSpPr>
          <p:spPr>
            <a:xfrm>
              <a:off x="78700" y="278373"/>
              <a:ext cx="9021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4" name="Google Shape;274;p16"/>
            <p:cNvCxnSpPr/>
            <p:nvPr/>
          </p:nvCxnSpPr>
          <p:spPr>
            <a:xfrm>
              <a:off x="69150" y="207780"/>
              <a:ext cx="9021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5" name="Google Shape;275;p16"/>
            <p:cNvCxnSpPr/>
            <p:nvPr/>
          </p:nvCxnSpPr>
          <p:spPr>
            <a:xfrm>
              <a:off x="73925" y="137187"/>
              <a:ext cx="9021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6" name="Google Shape;276;p16"/>
            <p:cNvCxnSpPr/>
            <p:nvPr/>
          </p:nvCxnSpPr>
          <p:spPr>
            <a:xfrm>
              <a:off x="78700" y="419559"/>
              <a:ext cx="9021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7" name="Google Shape;277;p16"/>
            <p:cNvCxnSpPr/>
            <p:nvPr/>
          </p:nvCxnSpPr>
          <p:spPr>
            <a:xfrm>
              <a:off x="78700" y="348966"/>
              <a:ext cx="9021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78" name="Google Shape;278;p16"/>
          <p:cNvSpPr/>
          <p:nvPr/>
        </p:nvSpPr>
        <p:spPr>
          <a:xfrm>
            <a:off x="70625" y="64225"/>
            <a:ext cx="9028500" cy="5028000"/>
          </a:xfrm>
          <a:prstGeom prst="roundRect">
            <a:avLst>
              <a:gd fmla="val 2044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79" name="Google Shape;279;p16"/>
          <p:cNvGrpSpPr/>
          <p:nvPr/>
        </p:nvGrpSpPr>
        <p:grpSpPr>
          <a:xfrm>
            <a:off x="234375" y="117804"/>
            <a:ext cx="256800" cy="256800"/>
            <a:chOff x="234375" y="110636"/>
            <a:chExt cx="256800" cy="256800"/>
          </a:xfrm>
        </p:grpSpPr>
        <p:sp>
          <p:nvSpPr>
            <p:cNvPr id="280" name="Google Shape;280;p16"/>
            <p:cNvSpPr/>
            <p:nvPr/>
          </p:nvSpPr>
          <p:spPr>
            <a:xfrm>
              <a:off x="234375" y="110636"/>
              <a:ext cx="256800" cy="2568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" name="Google Shape;281;p16"/>
            <p:cNvSpPr/>
            <p:nvPr/>
          </p:nvSpPr>
          <p:spPr>
            <a:xfrm>
              <a:off x="234375" y="110636"/>
              <a:ext cx="256800" cy="256800"/>
            </a:xfrm>
            <a:prstGeom prst="mathMultiply">
              <a:avLst>
                <a:gd fmla="val 23520" name="adj1"/>
              </a:avLst>
            </a:prstGeom>
            <a:solidFill>
              <a:schemeClr val="l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282" name="Google Shape;282;p16"/>
          <p:cNvCxnSpPr/>
          <p:nvPr/>
        </p:nvCxnSpPr>
        <p:spPr>
          <a:xfrm>
            <a:off x="73925" y="5008650"/>
            <a:ext cx="9021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283" name="Google Shape;283;p16"/>
          <p:cNvGrpSpPr/>
          <p:nvPr/>
        </p:nvGrpSpPr>
        <p:grpSpPr>
          <a:xfrm>
            <a:off x="6760300" y="117804"/>
            <a:ext cx="2161200" cy="256800"/>
            <a:chOff x="6760300" y="96350"/>
            <a:chExt cx="2161200" cy="256800"/>
          </a:xfrm>
        </p:grpSpPr>
        <p:sp>
          <p:nvSpPr>
            <p:cNvPr id="284" name="Google Shape;284;p16"/>
            <p:cNvSpPr/>
            <p:nvPr/>
          </p:nvSpPr>
          <p:spPr>
            <a:xfrm>
              <a:off x="6760300" y="96350"/>
              <a:ext cx="2161200" cy="2568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85" name="Google Shape;285;p16"/>
            <p:cNvGrpSpPr/>
            <p:nvPr/>
          </p:nvGrpSpPr>
          <p:grpSpPr>
            <a:xfrm>
              <a:off x="8683881" y="115948"/>
              <a:ext cx="159362" cy="217605"/>
              <a:chOff x="2025348" y="3145361"/>
              <a:chExt cx="406327" cy="554831"/>
            </a:xfrm>
          </p:grpSpPr>
          <p:sp>
            <p:nvSpPr>
              <p:cNvPr id="286" name="Google Shape;286;p16"/>
              <p:cNvSpPr/>
              <p:nvPr/>
            </p:nvSpPr>
            <p:spPr>
              <a:xfrm>
                <a:off x="2173889" y="3589660"/>
                <a:ext cx="184122" cy="110532"/>
              </a:xfrm>
              <a:custGeom>
                <a:rect b="b" l="l" r="r" t="t"/>
                <a:pathLst>
                  <a:path extrusionOk="0" h="3004" w="5004">
                    <a:moveTo>
                      <a:pt x="1001" y="1"/>
                    </a:moveTo>
                    <a:lnTo>
                      <a:pt x="1001" y="1002"/>
                    </a:lnTo>
                    <a:lnTo>
                      <a:pt x="0" y="1002"/>
                    </a:lnTo>
                    <a:lnTo>
                      <a:pt x="0" y="2002"/>
                    </a:lnTo>
                    <a:lnTo>
                      <a:pt x="1001" y="2002"/>
                    </a:lnTo>
                    <a:lnTo>
                      <a:pt x="1001" y="3003"/>
                    </a:lnTo>
                    <a:lnTo>
                      <a:pt x="4003" y="3003"/>
                    </a:lnTo>
                    <a:lnTo>
                      <a:pt x="4003" y="2002"/>
                    </a:lnTo>
                    <a:lnTo>
                      <a:pt x="5004" y="2002"/>
                    </a:lnTo>
                    <a:lnTo>
                      <a:pt x="5004" y="1002"/>
                    </a:lnTo>
                    <a:lnTo>
                      <a:pt x="4003" y="1002"/>
                    </a:lnTo>
                    <a:lnTo>
                      <a:pt x="400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7" name="Google Shape;287;p16"/>
              <p:cNvSpPr/>
              <p:nvPr/>
            </p:nvSpPr>
            <p:spPr>
              <a:xfrm>
                <a:off x="2025348" y="3145361"/>
                <a:ext cx="406327" cy="406290"/>
              </a:xfrm>
              <a:custGeom>
                <a:rect b="b" l="l" r="r" t="t"/>
                <a:pathLst>
                  <a:path extrusionOk="0" h="11042" w="11043">
                    <a:moveTo>
                      <a:pt x="3003" y="1"/>
                    </a:moveTo>
                    <a:lnTo>
                      <a:pt x="3003" y="1001"/>
                    </a:lnTo>
                    <a:lnTo>
                      <a:pt x="1002" y="1001"/>
                    </a:lnTo>
                    <a:lnTo>
                      <a:pt x="1002" y="2002"/>
                    </a:lnTo>
                    <a:lnTo>
                      <a:pt x="1" y="2002"/>
                    </a:lnTo>
                    <a:lnTo>
                      <a:pt x="1" y="3003"/>
                    </a:lnTo>
                    <a:lnTo>
                      <a:pt x="1" y="4037"/>
                    </a:lnTo>
                    <a:lnTo>
                      <a:pt x="1" y="5038"/>
                    </a:lnTo>
                    <a:lnTo>
                      <a:pt x="1" y="6038"/>
                    </a:lnTo>
                    <a:lnTo>
                      <a:pt x="3003" y="6038"/>
                    </a:lnTo>
                    <a:lnTo>
                      <a:pt x="3003" y="5038"/>
                    </a:lnTo>
                    <a:lnTo>
                      <a:pt x="3003" y="4037"/>
                    </a:lnTo>
                    <a:lnTo>
                      <a:pt x="3003" y="3003"/>
                    </a:lnTo>
                    <a:lnTo>
                      <a:pt x="3003" y="2002"/>
                    </a:lnTo>
                    <a:lnTo>
                      <a:pt x="4037" y="2002"/>
                    </a:lnTo>
                    <a:lnTo>
                      <a:pt x="4037" y="1001"/>
                    </a:lnTo>
                    <a:lnTo>
                      <a:pt x="7039" y="1001"/>
                    </a:lnTo>
                    <a:lnTo>
                      <a:pt x="7039" y="2002"/>
                    </a:lnTo>
                    <a:lnTo>
                      <a:pt x="8040" y="2002"/>
                    </a:lnTo>
                    <a:lnTo>
                      <a:pt x="8040" y="3003"/>
                    </a:lnTo>
                    <a:lnTo>
                      <a:pt x="8040" y="4037"/>
                    </a:lnTo>
                    <a:lnTo>
                      <a:pt x="8040" y="5038"/>
                    </a:lnTo>
                    <a:lnTo>
                      <a:pt x="8040" y="6038"/>
                    </a:lnTo>
                    <a:lnTo>
                      <a:pt x="7039" y="6038"/>
                    </a:lnTo>
                    <a:lnTo>
                      <a:pt x="7039" y="7039"/>
                    </a:lnTo>
                    <a:lnTo>
                      <a:pt x="6038" y="7039"/>
                    </a:lnTo>
                    <a:lnTo>
                      <a:pt x="6038" y="8040"/>
                    </a:lnTo>
                    <a:lnTo>
                      <a:pt x="5038" y="8040"/>
                    </a:lnTo>
                    <a:lnTo>
                      <a:pt x="5038" y="9040"/>
                    </a:lnTo>
                    <a:lnTo>
                      <a:pt x="5038" y="10041"/>
                    </a:lnTo>
                    <a:lnTo>
                      <a:pt x="5038" y="11042"/>
                    </a:lnTo>
                    <a:lnTo>
                      <a:pt x="8040" y="11042"/>
                    </a:lnTo>
                    <a:lnTo>
                      <a:pt x="8040" y="10041"/>
                    </a:lnTo>
                    <a:lnTo>
                      <a:pt x="8040" y="9040"/>
                    </a:lnTo>
                    <a:lnTo>
                      <a:pt x="8040" y="8040"/>
                    </a:lnTo>
                    <a:lnTo>
                      <a:pt x="9041" y="8040"/>
                    </a:lnTo>
                    <a:lnTo>
                      <a:pt x="9041" y="7039"/>
                    </a:lnTo>
                    <a:lnTo>
                      <a:pt x="10041" y="7039"/>
                    </a:lnTo>
                    <a:lnTo>
                      <a:pt x="10041" y="6038"/>
                    </a:lnTo>
                    <a:lnTo>
                      <a:pt x="11042" y="6038"/>
                    </a:lnTo>
                    <a:lnTo>
                      <a:pt x="11042" y="5038"/>
                    </a:lnTo>
                    <a:lnTo>
                      <a:pt x="11042" y="4037"/>
                    </a:lnTo>
                    <a:lnTo>
                      <a:pt x="11042" y="3003"/>
                    </a:lnTo>
                    <a:lnTo>
                      <a:pt x="11042" y="2002"/>
                    </a:lnTo>
                    <a:lnTo>
                      <a:pt x="10041" y="2002"/>
                    </a:lnTo>
                    <a:lnTo>
                      <a:pt x="10041" y="1001"/>
                    </a:lnTo>
                    <a:lnTo>
                      <a:pt x="8040" y="1001"/>
                    </a:lnTo>
                    <a:lnTo>
                      <a:pt x="804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88" name="Google Shape;288;p16"/>
          <p:cNvSpPr txBox="1"/>
          <p:nvPr>
            <p:ph type="title"/>
          </p:nvPr>
        </p:nvSpPr>
        <p:spPr>
          <a:xfrm>
            <a:off x="720000" y="1661338"/>
            <a:ext cx="23364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289" name="Google Shape;289;p16"/>
          <p:cNvSpPr txBox="1"/>
          <p:nvPr>
            <p:ph idx="1" type="subTitle"/>
          </p:nvPr>
        </p:nvSpPr>
        <p:spPr>
          <a:xfrm>
            <a:off x="720000" y="2247880"/>
            <a:ext cx="2336400" cy="671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0" name="Google Shape;290;p16"/>
          <p:cNvSpPr txBox="1"/>
          <p:nvPr>
            <p:ph idx="2" type="title"/>
          </p:nvPr>
        </p:nvSpPr>
        <p:spPr>
          <a:xfrm>
            <a:off x="3403800" y="1661338"/>
            <a:ext cx="23364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291" name="Google Shape;291;p16"/>
          <p:cNvSpPr txBox="1"/>
          <p:nvPr>
            <p:ph idx="3" type="subTitle"/>
          </p:nvPr>
        </p:nvSpPr>
        <p:spPr>
          <a:xfrm>
            <a:off x="3403800" y="2247880"/>
            <a:ext cx="2336400" cy="671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2" name="Google Shape;292;p16"/>
          <p:cNvSpPr txBox="1"/>
          <p:nvPr>
            <p:ph idx="4" type="title"/>
          </p:nvPr>
        </p:nvSpPr>
        <p:spPr>
          <a:xfrm>
            <a:off x="6087600" y="1661338"/>
            <a:ext cx="23364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293" name="Google Shape;293;p16"/>
          <p:cNvSpPr txBox="1"/>
          <p:nvPr>
            <p:ph idx="5" type="subTitle"/>
          </p:nvPr>
        </p:nvSpPr>
        <p:spPr>
          <a:xfrm>
            <a:off x="6087600" y="2247880"/>
            <a:ext cx="2336400" cy="671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4" name="Google Shape;294;p16"/>
          <p:cNvSpPr txBox="1"/>
          <p:nvPr>
            <p:ph idx="6"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1">
  <p:cSld name="BLANK_1_1_1_2_1"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6" name="Google Shape;296;p17"/>
          <p:cNvGrpSpPr/>
          <p:nvPr/>
        </p:nvGrpSpPr>
        <p:grpSpPr>
          <a:xfrm>
            <a:off x="69150" y="137187"/>
            <a:ext cx="9031450" cy="282372"/>
            <a:chOff x="69150" y="137187"/>
            <a:chExt cx="9031450" cy="282372"/>
          </a:xfrm>
        </p:grpSpPr>
        <p:cxnSp>
          <p:nvCxnSpPr>
            <p:cNvPr id="297" name="Google Shape;297;p17"/>
            <p:cNvCxnSpPr/>
            <p:nvPr/>
          </p:nvCxnSpPr>
          <p:spPr>
            <a:xfrm>
              <a:off x="78700" y="278373"/>
              <a:ext cx="9021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98" name="Google Shape;298;p17"/>
            <p:cNvCxnSpPr/>
            <p:nvPr/>
          </p:nvCxnSpPr>
          <p:spPr>
            <a:xfrm>
              <a:off x="69150" y="207780"/>
              <a:ext cx="9021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99" name="Google Shape;299;p17"/>
            <p:cNvCxnSpPr/>
            <p:nvPr/>
          </p:nvCxnSpPr>
          <p:spPr>
            <a:xfrm>
              <a:off x="73925" y="137187"/>
              <a:ext cx="9021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00" name="Google Shape;300;p17"/>
            <p:cNvCxnSpPr/>
            <p:nvPr/>
          </p:nvCxnSpPr>
          <p:spPr>
            <a:xfrm>
              <a:off x="78700" y="419559"/>
              <a:ext cx="9021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01" name="Google Shape;301;p17"/>
            <p:cNvCxnSpPr/>
            <p:nvPr/>
          </p:nvCxnSpPr>
          <p:spPr>
            <a:xfrm>
              <a:off x="78700" y="348966"/>
              <a:ext cx="9021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02" name="Google Shape;302;p17"/>
          <p:cNvSpPr/>
          <p:nvPr/>
        </p:nvSpPr>
        <p:spPr>
          <a:xfrm>
            <a:off x="70625" y="64225"/>
            <a:ext cx="9028500" cy="5028000"/>
          </a:xfrm>
          <a:prstGeom prst="roundRect">
            <a:avLst>
              <a:gd fmla="val 2044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03" name="Google Shape;303;p17"/>
          <p:cNvGrpSpPr/>
          <p:nvPr/>
        </p:nvGrpSpPr>
        <p:grpSpPr>
          <a:xfrm>
            <a:off x="234375" y="117804"/>
            <a:ext cx="256800" cy="256800"/>
            <a:chOff x="234375" y="110636"/>
            <a:chExt cx="256800" cy="256800"/>
          </a:xfrm>
        </p:grpSpPr>
        <p:sp>
          <p:nvSpPr>
            <p:cNvPr id="304" name="Google Shape;304;p17"/>
            <p:cNvSpPr/>
            <p:nvPr/>
          </p:nvSpPr>
          <p:spPr>
            <a:xfrm>
              <a:off x="234375" y="110636"/>
              <a:ext cx="256800" cy="2568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" name="Google Shape;305;p17"/>
            <p:cNvSpPr/>
            <p:nvPr/>
          </p:nvSpPr>
          <p:spPr>
            <a:xfrm>
              <a:off x="234375" y="110636"/>
              <a:ext cx="256800" cy="256800"/>
            </a:xfrm>
            <a:prstGeom prst="mathMultiply">
              <a:avLst>
                <a:gd fmla="val 23520" name="adj1"/>
              </a:avLst>
            </a:prstGeom>
            <a:solidFill>
              <a:schemeClr val="l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306" name="Google Shape;306;p17"/>
          <p:cNvCxnSpPr/>
          <p:nvPr/>
        </p:nvCxnSpPr>
        <p:spPr>
          <a:xfrm>
            <a:off x="73925" y="5008650"/>
            <a:ext cx="9021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307" name="Google Shape;307;p17"/>
          <p:cNvGrpSpPr/>
          <p:nvPr/>
        </p:nvGrpSpPr>
        <p:grpSpPr>
          <a:xfrm>
            <a:off x="6760300" y="117804"/>
            <a:ext cx="2161200" cy="256800"/>
            <a:chOff x="6760300" y="96350"/>
            <a:chExt cx="2161200" cy="256800"/>
          </a:xfrm>
        </p:grpSpPr>
        <p:sp>
          <p:nvSpPr>
            <p:cNvPr id="308" name="Google Shape;308;p17"/>
            <p:cNvSpPr/>
            <p:nvPr/>
          </p:nvSpPr>
          <p:spPr>
            <a:xfrm>
              <a:off x="6760300" y="96350"/>
              <a:ext cx="2161200" cy="2568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09" name="Google Shape;309;p17"/>
            <p:cNvGrpSpPr/>
            <p:nvPr/>
          </p:nvGrpSpPr>
          <p:grpSpPr>
            <a:xfrm>
              <a:off x="8683881" y="115948"/>
              <a:ext cx="159362" cy="217605"/>
              <a:chOff x="2025348" y="3145361"/>
              <a:chExt cx="406327" cy="554831"/>
            </a:xfrm>
          </p:grpSpPr>
          <p:sp>
            <p:nvSpPr>
              <p:cNvPr id="310" name="Google Shape;310;p17"/>
              <p:cNvSpPr/>
              <p:nvPr/>
            </p:nvSpPr>
            <p:spPr>
              <a:xfrm>
                <a:off x="2173889" y="3589660"/>
                <a:ext cx="184122" cy="110532"/>
              </a:xfrm>
              <a:custGeom>
                <a:rect b="b" l="l" r="r" t="t"/>
                <a:pathLst>
                  <a:path extrusionOk="0" h="3004" w="5004">
                    <a:moveTo>
                      <a:pt x="1001" y="1"/>
                    </a:moveTo>
                    <a:lnTo>
                      <a:pt x="1001" y="1002"/>
                    </a:lnTo>
                    <a:lnTo>
                      <a:pt x="0" y="1002"/>
                    </a:lnTo>
                    <a:lnTo>
                      <a:pt x="0" y="2002"/>
                    </a:lnTo>
                    <a:lnTo>
                      <a:pt x="1001" y="2002"/>
                    </a:lnTo>
                    <a:lnTo>
                      <a:pt x="1001" y="3003"/>
                    </a:lnTo>
                    <a:lnTo>
                      <a:pt x="4003" y="3003"/>
                    </a:lnTo>
                    <a:lnTo>
                      <a:pt x="4003" y="2002"/>
                    </a:lnTo>
                    <a:lnTo>
                      <a:pt x="5004" y="2002"/>
                    </a:lnTo>
                    <a:lnTo>
                      <a:pt x="5004" y="1002"/>
                    </a:lnTo>
                    <a:lnTo>
                      <a:pt x="4003" y="1002"/>
                    </a:lnTo>
                    <a:lnTo>
                      <a:pt x="400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1" name="Google Shape;311;p17"/>
              <p:cNvSpPr/>
              <p:nvPr/>
            </p:nvSpPr>
            <p:spPr>
              <a:xfrm>
                <a:off x="2025348" y="3145361"/>
                <a:ext cx="406327" cy="406290"/>
              </a:xfrm>
              <a:custGeom>
                <a:rect b="b" l="l" r="r" t="t"/>
                <a:pathLst>
                  <a:path extrusionOk="0" h="11042" w="11043">
                    <a:moveTo>
                      <a:pt x="3003" y="1"/>
                    </a:moveTo>
                    <a:lnTo>
                      <a:pt x="3003" y="1001"/>
                    </a:lnTo>
                    <a:lnTo>
                      <a:pt x="1002" y="1001"/>
                    </a:lnTo>
                    <a:lnTo>
                      <a:pt x="1002" y="2002"/>
                    </a:lnTo>
                    <a:lnTo>
                      <a:pt x="1" y="2002"/>
                    </a:lnTo>
                    <a:lnTo>
                      <a:pt x="1" y="3003"/>
                    </a:lnTo>
                    <a:lnTo>
                      <a:pt x="1" y="4037"/>
                    </a:lnTo>
                    <a:lnTo>
                      <a:pt x="1" y="5038"/>
                    </a:lnTo>
                    <a:lnTo>
                      <a:pt x="1" y="6038"/>
                    </a:lnTo>
                    <a:lnTo>
                      <a:pt x="3003" y="6038"/>
                    </a:lnTo>
                    <a:lnTo>
                      <a:pt x="3003" y="5038"/>
                    </a:lnTo>
                    <a:lnTo>
                      <a:pt x="3003" y="4037"/>
                    </a:lnTo>
                    <a:lnTo>
                      <a:pt x="3003" y="3003"/>
                    </a:lnTo>
                    <a:lnTo>
                      <a:pt x="3003" y="2002"/>
                    </a:lnTo>
                    <a:lnTo>
                      <a:pt x="4037" y="2002"/>
                    </a:lnTo>
                    <a:lnTo>
                      <a:pt x="4037" y="1001"/>
                    </a:lnTo>
                    <a:lnTo>
                      <a:pt x="7039" y="1001"/>
                    </a:lnTo>
                    <a:lnTo>
                      <a:pt x="7039" y="2002"/>
                    </a:lnTo>
                    <a:lnTo>
                      <a:pt x="8040" y="2002"/>
                    </a:lnTo>
                    <a:lnTo>
                      <a:pt x="8040" y="3003"/>
                    </a:lnTo>
                    <a:lnTo>
                      <a:pt x="8040" y="4037"/>
                    </a:lnTo>
                    <a:lnTo>
                      <a:pt x="8040" y="5038"/>
                    </a:lnTo>
                    <a:lnTo>
                      <a:pt x="8040" y="6038"/>
                    </a:lnTo>
                    <a:lnTo>
                      <a:pt x="7039" y="6038"/>
                    </a:lnTo>
                    <a:lnTo>
                      <a:pt x="7039" y="7039"/>
                    </a:lnTo>
                    <a:lnTo>
                      <a:pt x="6038" y="7039"/>
                    </a:lnTo>
                    <a:lnTo>
                      <a:pt x="6038" y="8040"/>
                    </a:lnTo>
                    <a:lnTo>
                      <a:pt x="5038" y="8040"/>
                    </a:lnTo>
                    <a:lnTo>
                      <a:pt x="5038" y="9040"/>
                    </a:lnTo>
                    <a:lnTo>
                      <a:pt x="5038" y="10041"/>
                    </a:lnTo>
                    <a:lnTo>
                      <a:pt x="5038" y="11042"/>
                    </a:lnTo>
                    <a:lnTo>
                      <a:pt x="8040" y="11042"/>
                    </a:lnTo>
                    <a:lnTo>
                      <a:pt x="8040" y="10041"/>
                    </a:lnTo>
                    <a:lnTo>
                      <a:pt x="8040" y="9040"/>
                    </a:lnTo>
                    <a:lnTo>
                      <a:pt x="8040" y="8040"/>
                    </a:lnTo>
                    <a:lnTo>
                      <a:pt x="9041" y="8040"/>
                    </a:lnTo>
                    <a:lnTo>
                      <a:pt x="9041" y="7039"/>
                    </a:lnTo>
                    <a:lnTo>
                      <a:pt x="10041" y="7039"/>
                    </a:lnTo>
                    <a:lnTo>
                      <a:pt x="10041" y="6038"/>
                    </a:lnTo>
                    <a:lnTo>
                      <a:pt x="11042" y="6038"/>
                    </a:lnTo>
                    <a:lnTo>
                      <a:pt x="11042" y="5038"/>
                    </a:lnTo>
                    <a:lnTo>
                      <a:pt x="11042" y="4037"/>
                    </a:lnTo>
                    <a:lnTo>
                      <a:pt x="11042" y="3003"/>
                    </a:lnTo>
                    <a:lnTo>
                      <a:pt x="11042" y="2002"/>
                    </a:lnTo>
                    <a:lnTo>
                      <a:pt x="10041" y="2002"/>
                    </a:lnTo>
                    <a:lnTo>
                      <a:pt x="10041" y="1001"/>
                    </a:lnTo>
                    <a:lnTo>
                      <a:pt x="8040" y="1001"/>
                    </a:lnTo>
                    <a:lnTo>
                      <a:pt x="804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312" name="Google Shape;312;p17"/>
          <p:cNvSpPr txBox="1"/>
          <p:nvPr>
            <p:ph type="title"/>
          </p:nvPr>
        </p:nvSpPr>
        <p:spPr>
          <a:xfrm>
            <a:off x="720000" y="3103925"/>
            <a:ext cx="25143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313" name="Google Shape;313;p17"/>
          <p:cNvSpPr txBox="1"/>
          <p:nvPr>
            <p:ph idx="1" type="subTitle"/>
          </p:nvPr>
        </p:nvSpPr>
        <p:spPr>
          <a:xfrm>
            <a:off x="720000" y="3631625"/>
            <a:ext cx="2514300" cy="627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4" name="Google Shape;314;p17"/>
          <p:cNvSpPr txBox="1"/>
          <p:nvPr>
            <p:ph idx="2" type="title"/>
          </p:nvPr>
        </p:nvSpPr>
        <p:spPr>
          <a:xfrm>
            <a:off x="3314850" y="3103925"/>
            <a:ext cx="25143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315" name="Google Shape;315;p17"/>
          <p:cNvSpPr txBox="1"/>
          <p:nvPr>
            <p:ph idx="3" type="subTitle"/>
          </p:nvPr>
        </p:nvSpPr>
        <p:spPr>
          <a:xfrm>
            <a:off x="3314850" y="3631625"/>
            <a:ext cx="2514300" cy="627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6" name="Google Shape;316;p17"/>
          <p:cNvSpPr txBox="1"/>
          <p:nvPr>
            <p:ph idx="4" type="title"/>
          </p:nvPr>
        </p:nvSpPr>
        <p:spPr>
          <a:xfrm>
            <a:off x="5909700" y="3103925"/>
            <a:ext cx="25143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317" name="Google Shape;317;p17"/>
          <p:cNvSpPr txBox="1"/>
          <p:nvPr>
            <p:ph idx="5" type="subTitle"/>
          </p:nvPr>
        </p:nvSpPr>
        <p:spPr>
          <a:xfrm>
            <a:off x="5909700" y="3631625"/>
            <a:ext cx="2514300" cy="627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8" name="Google Shape;318;p17"/>
          <p:cNvSpPr txBox="1"/>
          <p:nvPr>
            <p:ph idx="6"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BLANK_1_1_1_1"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0" name="Google Shape;320;p18"/>
          <p:cNvGrpSpPr/>
          <p:nvPr/>
        </p:nvGrpSpPr>
        <p:grpSpPr>
          <a:xfrm>
            <a:off x="69150" y="137187"/>
            <a:ext cx="9031450" cy="282372"/>
            <a:chOff x="69150" y="137187"/>
            <a:chExt cx="9031450" cy="282372"/>
          </a:xfrm>
        </p:grpSpPr>
        <p:cxnSp>
          <p:nvCxnSpPr>
            <p:cNvPr id="321" name="Google Shape;321;p18"/>
            <p:cNvCxnSpPr/>
            <p:nvPr/>
          </p:nvCxnSpPr>
          <p:spPr>
            <a:xfrm>
              <a:off x="78700" y="278373"/>
              <a:ext cx="9021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22" name="Google Shape;322;p18"/>
            <p:cNvCxnSpPr/>
            <p:nvPr/>
          </p:nvCxnSpPr>
          <p:spPr>
            <a:xfrm>
              <a:off x="69150" y="207780"/>
              <a:ext cx="9021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23" name="Google Shape;323;p18"/>
            <p:cNvCxnSpPr/>
            <p:nvPr/>
          </p:nvCxnSpPr>
          <p:spPr>
            <a:xfrm>
              <a:off x="73925" y="137187"/>
              <a:ext cx="9021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24" name="Google Shape;324;p18"/>
            <p:cNvCxnSpPr/>
            <p:nvPr/>
          </p:nvCxnSpPr>
          <p:spPr>
            <a:xfrm>
              <a:off x="78700" y="419559"/>
              <a:ext cx="9021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25" name="Google Shape;325;p18"/>
            <p:cNvCxnSpPr/>
            <p:nvPr/>
          </p:nvCxnSpPr>
          <p:spPr>
            <a:xfrm>
              <a:off x="78700" y="348966"/>
              <a:ext cx="9021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26" name="Google Shape;326;p18"/>
          <p:cNvSpPr/>
          <p:nvPr/>
        </p:nvSpPr>
        <p:spPr>
          <a:xfrm>
            <a:off x="70625" y="64225"/>
            <a:ext cx="9028500" cy="5028000"/>
          </a:xfrm>
          <a:prstGeom prst="roundRect">
            <a:avLst>
              <a:gd fmla="val 2044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27" name="Google Shape;327;p18"/>
          <p:cNvGrpSpPr/>
          <p:nvPr/>
        </p:nvGrpSpPr>
        <p:grpSpPr>
          <a:xfrm>
            <a:off x="234375" y="117804"/>
            <a:ext cx="256800" cy="256800"/>
            <a:chOff x="234375" y="110636"/>
            <a:chExt cx="256800" cy="256800"/>
          </a:xfrm>
        </p:grpSpPr>
        <p:sp>
          <p:nvSpPr>
            <p:cNvPr id="328" name="Google Shape;328;p18"/>
            <p:cNvSpPr/>
            <p:nvPr/>
          </p:nvSpPr>
          <p:spPr>
            <a:xfrm>
              <a:off x="234375" y="110636"/>
              <a:ext cx="256800" cy="2568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" name="Google Shape;329;p18"/>
            <p:cNvSpPr/>
            <p:nvPr/>
          </p:nvSpPr>
          <p:spPr>
            <a:xfrm>
              <a:off x="234375" y="110636"/>
              <a:ext cx="256800" cy="256800"/>
            </a:xfrm>
            <a:prstGeom prst="mathMultiply">
              <a:avLst>
                <a:gd fmla="val 23520" name="adj1"/>
              </a:avLst>
            </a:prstGeom>
            <a:solidFill>
              <a:schemeClr val="l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330" name="Google Shape;330;p18"/>
          <p:cNvCxnSpPr/>
          <p:nvPr/>
        </p:nvCxnSpPr>
        <p:spPr>
          <a:xfrm>
            <a:off x="73925" y="5008650"/>
            <a:ext cx="9021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331" name="Google Shape;331;p18"/>
          <p:cNvGrpSpPr/>
          <p:nvPr/>
        </p:nvGrpSpPr>
        <p:grpSpPr>
          <a:xfrm>
            <a:off x="6760300" y="117804"/>
            <a:ext cx="2161200" cy="256800"/>
            <a:chOff x="6760300" y="96350"/>
            <a:chExt cx="2161200" cy="256800"/>
          </a:xfrm>
        </p:grpSpPr>
        <p:sp>
          <p:nvSpPr>
            <p:cNvPr id="332" name="Google Shape;332;p18"/>
            <p:cNvSpPr/>
            <p:nvPr/>
          </p:nvSpPr>
          <p:spPr>
            <a:xfrm>
              <a:off x="6760300" y="96350"/>
              <a:ext cx="2161200" cy="2568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33" name="Google Shape;333;p18"/>
            <p:cNvGrpSpPr/>
            <p:nvPr/>
          </p:nvGrpSpPr>
          <p:grpSpPr>
            <a:xfrm>
              <a:off x="8683881" y="115948"/>
              <a:ext cx="159362" cy="217605"/>
              <a:chOff x="2025348" y="3145361"/>
              <a:chExt cx="406327" cy="554831"/>
            </a:xfrm>
          </p:grpSpPr>
          <p:sp>
            <p:nvSpPr>
              <p:cNvPr id="334" name="Google Shape;334;p18"/>
              <p:cNvSpPr/>
              <p:nvPr/>
            </p:nvSpPr>
            <p:spPr>
              <a:xfrm>
                <a:off x="2173889" y="3589660"/>
                <a:ext cx="184122" cy="110532"/>
              </a:xfrm>
              <a:custGeom>
                <a:rect b="b" l="l" r="r" t="t"/>
                <a:pathLst>
                  <a:path extrusionOk="0" h="3004" w="5004">
                    <a:moveTo>
                      <a:pt x="1001" y="1"/>
                    </a:moveTo>
                    <a:lnTo>
                      <a:pt x="1001" y="1002"/>
                    </a:lnTo>
                    <a:lnTo>
                      <a:pt x="0" y="1002"/>
                    </a:lnTo>
                    <a:lnTo>
                      <a:pt x="0" y="2002"/>
                    </a:lnTo>
                    <a:lnTo>
                      <a:pt x="1001" y="2002"/>
                    </a:lnTo>
                    <a:lnTo>
                      <a:pt x="1001" y="3003"/>
                    </a:lnTo>
                    <a:lnTo>
                      <a:pt x="4003" y="3003"/>
                    </a:lnTo>
                    <a:lnTo>
                      <a:pt x="4003" y="2002"/>
                    </a:lnTo>
                    <a:lnTo>
                      <a:pt x="5004" y="2002"/>
                    </a:lnTo>
                    <a:lnTo>
                      <a:pt x="5004" y="1002"/>
                    </a:lnTo>
                    <a:lnTo>
                      <a:pt x="4003" y="1002"/>
                    </a:lnTo>
                    <a:lnTo>
                      <a:pt x="400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5" name="Google Shape;335;p18"/>
              <p:cNvSpPr/>
              <p:nvPr/>
            </p:nvSpPr>
            <p:spPr>
              <a:xfrm>
                <a:off x="2025348" y="3145361"/>
                <a:ext cx="406327" cy="406290"/>
              </a:xfrm>
              <a:custGeom>
                <a:rect b="b" l="l" r="r" t="t"/>
                <a:pathLst>
                  <a:path extrusionOk="0" h="11042" w="11043">
                    <a:moveTo>
                      <a:pt x="3003" y="1"/>
                    </a:moveTo>
                    <a:lnTo>
                      <a:pt x="3003" y="1001"/>
                    </a:lnTo>
                    <a:lnTo>
                      <a:pt x="1002" y="1001"/>
                    </a:lnTo>
                    <a:lnTo>
                      <a:pt x="1002" y="2002"/>
                    </a:lnTo>
                    <a:lnTo>
                      <a:pt x="1" y="2002"/>
                    </a:lnTo>
                    <a:lnTo>
                      <a:pt x="1" y="3003"/>
                    </a:lnTo>
                    <a:lnTo>
                      <a:pt x="1" y="4037"/>
                    </a:lnTo>
                    <a:lnTo>
                      <a:pt x="1" y="5038"/>
                    </a:lnTo>
                    <a:lnTo>
                      <a:pt x="1" y="6038"/>
                    </a:lnTo>
                    <a:lnTo>
                      <a:pt x="3003" y="6038"/>
                    </a:lnTo>
                    <a:lnTo>
                      <a:pt x="3003" y="5038"/>
                    </a:lnTo>
                    <a:lnTo>
                      <a:pt x="3003" y="4037"/>
                    </a:lnTo>
                    <a:lnTo>
                      <a:pt x="3003" y="3003"/>
                    </a:lnTo>
                    <a:lnTo>
                      <a:pt x="3003" y="2002"/>
                    </a:lnTo>
                    <a:lnTo>
                      <a:pt x="4037" y="2002"/>
                    </a:lnTo>
                    <a:lnTo>
                      <a:pt x="4037" y="1001"/>
                    </a:lnTo>
                    <a:lnTo>
                      <a:pt x="7039" y="1001"/>
                    </a:lnTo>
                    <a:lnTo>
                      <a:pt x="7039" y="2002"/>
                    </a:lnTo>
                    <a:lnTo>
                      <a:pt x="8040" y="2002"/>
                    </a:lnTo>
                    <a:lnTo>
                      <a:pt x="8040" y="3003"/>
                    </a:lnTo>
                    <a:lnTo>
                      <a:pt x="8040" y="4037"/>
                    </a:lnTo>
                    <a:lnTo>
                      <a:pt x="8040" y="5038"/>
                    </a:lnTo>
                    <a:lnTo>
                      <a:pt x="8040" y="6038"/>
                    </a:lnTo>
                    <a:lnTo>
                      <a:pt x="7039" y="6038"/>
                    </a:lnTo>
                    <a:lnTo>
                      <a:pt x="7039" y="7039"/>
                    </a:lnTo>
                    <a:lnTo>
                      <a:pt x="6038" y="7039"/>
                    </a:lnTo>
                    <a:lnTo>
                      <a:pt x="6038" y="8040"/>
                    </a:lnTo>
                    <a:lnTo>
                      <a:pt x="5038" y="8040"/>
                    </a:lnTo>
                    <a:lnTo>
                      <a:pt x="5038" y="9040"/>
                    </a:lnTo>
                    <a:lnTo>
                      <a:pt x="5038" y="10041"/>
                    </a:lnTo>
                    <a:lnTo>
                      <a:pt x="5038" y="11042"/>
                    </a:lnTo>
                    <a:lnTo>
                      <a:pt x="8040" y="11042"/>
                    </a:lnTo>
                    <a:lnTo>
                      <a:pt x="8040" y="10041"/>
                    </a:lnTo>
                    <a:lnTo>
                      <a:pt x="8040" y="9040"/>
                    </a:lnTo>
                    <a:lnTo>
                      <a:pt x="8040" y="8040"/>
                    </a:lnTo>
                    <a:lnTo>
                      <a:pt x="9041" y="8040"/>
                    </a:lnTo>
                    <a:lnTo>
                      <a:pt x="9041" y="7039"/>
                    </a:lnTo>
                    <a:lnTo>
                      <a:pt x="10041" y="7039"/>
                    </a:lnTo>
                    <a:lnTo>
                      <a:pt x="10041" y="6038"/>
                    </a:lnTo>
                    <a:lnTo>
                      <a:pt x="11042" y="6038"/>
                    </a:lnTo>
                    <a:lnTo>
                      <a:pt x="11042" y="5038"/>
                    </a:lnTo>
                    <a:lnTo>
                      <a:pt x="11042" y="4037"/>
                    </a:lnTo>
                    <a:lnTo>
                      <a:pt x="11042" y="3003"/>
                    </a:lnTo>
                    <a:lnTo>
                      <a:pt x="11042" y="2002"/>
                    </a:lnTo>
                    <a:lnTo>
                      <a:pt x="10041" y="2002"/>
                    </a:lnTo>
                    <a:lnTo>
                      <a:pt x="10041" y="1001"/>
                    </a:lnTo>
                    <a:lnTo>
                      <a:pt x="8040" y="1001"/>
                    </a:lnTo>
                    <a:lnTo>
                      <a:pt x="804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336" name="Google Shape;336;p18"/>
          <p:cNvSpPr txBox="1"/>
          <p:nvPr>
            <p:ph type="title"/>
          </p:nvPr>
        </p:nvSpPr>
        <p:spPr>
          <a:xfrm>
            <a:off x="720000" y="1913963"/>
            <a:ext cx="36021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337" name="Google Shape;337;p18"/>
          <p:cNvSpPr txBox="1"/>
          <p:nvPr>
            <p:ph idx="1" type="subTitle"/>
          </p:nvPr>
        </p:nvSpPr>
        <p:spPr>
          <a:xfrm>
            <a:off x="720000" y="2424288"/>
            <a:ext cx="36021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8" name="Google Shape;338;p18"/>
          <p:cNvSpPr txBox="1"/>
          <p:nvPr>
            <p:ph idx="2" type="title"/>
          </p:nvPr>
        </p:nvSpPr>
        <p:spPr>
          <a:xfrm>
            <a:off x="4821900" y="1913963"/>
            <a:ext cx="36021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339" name="Google Shape;339;p18"/>
          <p:cNvSpPr txBox="1"/>
          <p:nvPr>
            <p:ph idx="3" type="subTitle"/>
          </p:nvPr>
        </p:nvSpPr>
        <p:spPr>
          <a:xfrm>
            <a:off x="4821900" y="2424288"/>
            <a:ext cx="36021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0" name="Google Shape;340;p18"/>
          <p:cNvSpPr txBox="1"/>
          <p:nvPr>
            <p:ph idx="4" type="title"/>
          </p:nvPr>
        </p:nvSpPr>
        <p:spPr>
          <a:xfrm>
            <a:off x="720000" y="3613375"/>
            <a:ext cx="36021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341" name="Google Shape;341;p18"/>
          <p:cNvSpPr txBox="1"/>
          <p:nvPr>
            <p:ph idx="5" type="subTitle"/>
          </p:nvPr>
        </p:nvSpPr>
        <p:spPr>
          <a:xfrm>
            <a:off x="720000" y="4123700"/>
            <a:ext cx="36021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2" name="Google Shape;342;p18"/>
          <p:cNvSpPr txBox="1"/>
          <p:nvPr>
            <p:ph idx="6" type="title"/>
          </p:nvPr>
        </p:nvSpPr>
        <p:spPr>
          <a:xfrm>
            <a:off x="4821900" y="3613375"/>
            <a:ext cx="36021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343" name="Google Shape;343;p18"/>
          <p:cNvSpPr txBox="1"/>
          <p:nvPr>
            <p:ph idx="7" type="subTitle"/>
          </p:nvPr>
        </p:nvSpPr>
        <p:spPr>
          <a:xfrm>
            <a:off x="4821900" y="4123700"/>
            <a:ext cx="36021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4" name="Google Shape;344;p18"/>
          <p:cNvSpPr txBox="1"/>
          <p:nvPr>
            <p:ph idx="8"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BLANK_1_1_1_1_1"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6" name="Google Shape;346;p19"/>
          <p:cNvGrpSpPr/>
          <p:nvPr/>
        </p:nvGrpSpPr>
        <p:grpSpPr>
          <a:xfrm>
            <a:off x="69150" y="137187"/>
            <a:ext cx="9031450" cy="282372"/>
            <a:chOff x="69150" y="137187"/>
            <a:chExt cx="9031450" cy="282372"/>
          </a:xfrm>
        </p:grpSpPr>
        <p:cxnSp>
          <p:nvCxnSpPr>
            <p:cNvPr id="347" name="Google Shape;347;p19"/>
            <p:cNvCxnSpPr/>
            <p:nvPr/>
          </p:nvCxnSpPr>
          <p:spPr>
            <a:xfrm>
              <a:off x="78700" y="278373"/>
              <a:ext cx="9021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48" name="Google Shape;348;p19"/>
            <p:cNvCxnSpPr/>
            <p:nvPr/>
          </p:nvCxnSpPr>
          <p:spPr>
            <a:xfrm>
              <a:off x="69150" y="207780"/>
              <a:ext cx="9021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49" name="Google Shape;349;p19"/>
            <p:cNvCxnSpPr/>
            <p:nvPr/>
          </p:nvCxnSpPr>
          <p:spPr>
            <a:xfrm>
              <a:off x="73925" y="137187"/>
              <a:ext cx="9021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0" name="Google Shape;350;p19"/>
            <p:cNvCxnSpPr/>
            <p:nvPr/>
          </p:nvCxnSpPr>
          <p:spPr>
            <a:xfrm>
              <a:off x="78700" y="419559"/>
              <a:ext cx="9021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1" name="Google Shape;351;p19"/>
            <p:cNvCxnSpPr/>
            <p:nvPr/>
          </p:nvCxnSpPr>
          <p:spPr>
            <a:xfrm>
              <a:off x="78700" y="348966"/>
              <a:ext cx="9021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52" name="Google Shape;352;p19"/>
          <p:cNvSpPr/>
          <p:nvPr/>
        </p:nvSpPr>
        <p:spPr>
          <a:xfrm>
            <a:off x="70625" y="64225"/>
            <a:ext cx="9028500" cy="5028000"/>
          </a:xfrm>
          <a:prstGeom prst="roundRect">
            <a:avLst>
              <a:gd fmla="val 2044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53" name="Google Shape;353;p19"/>
          <p:cNvGrpSpPr/>
          <p:nvPr/>
        </p:nvGrpSpPr>
        <p:grpSpPr>
          <a:xfrm>
            <a:off x="234375" y="117804"/>
            <a:ext cx="256800" cy="256800"/>
            <a:chOff x="234375" y="110636"/>
            <a:chExt cx="256800" cy="256800"/>
          </a:xfrm>
        </p:grpSpPr>
        <p:sp>
          <p:nvSpPr>
            <p:cNvPr id="354" name="Google Shape;354;p19"/>
            <p:cNvSpPr/>
            <p:nvPr/>
          </p:nvSpPr>
          <p:spPr>
            <a:xfrm>
              <a:off x="234375" y="110636"/>
              <a:ext cx="256800" cy="2568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" name="Google Shape;355;p19"/>
            <p:cNvSpPr/>
            <p:nvPr/>
          </p:nvSpPr>
          <p:spPr>
            <a:xfrm>
              <a:off x="234375" y="110636"/>
              <a:ext cx="256800" cy="256800"/>
            </a:xfrm>
            <a:prstGeom prst="mathMultiply">
              <a:avLst>
                <a:gd fmla="val 23520" name="adj1"/>
              </a:avLst>
            </a:prstGeom>
            <a:solidFill>
              <a:schemeClr val="l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356" name="Google Shape;356;p19"/>
          <p:cNvCxnSpPr/>
          <p:nvPr/>
        </p:nvCxnSpPr>
        <p:spPr>
          <a:xfrm>
            <a:off x="73925" y="5008650"/>
            <a:ext cx="9021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357" name="Google Shape;357;p19"/>
          <p:cNvGrpSpPr/>
          <p:nvPr/>
        </p:nvGrpSpPr>
        <p:grpSpPr>
          <a:xfrm>
            <a:off x="6760300" y="117804"/>
            <a:ext cx="2161200" cy="256800"/>
            <a:chOff x="6760300" y="96350"/>
            <a:chExt cx="2161200" cy="256800"/>
          </a:xfrm>
        </p:grpSpPr>
        <p:sp>
          <p:nvSpPr>
            <p:cNvPr id="358" name="Google Shape;358;p19"/>
            <p:cNvSpPr/>
            <p:nvPr/>
          </p:nvSpPr>
          <p:spPr>
            <a:xfrm>
              <a:off x="6760300" y="96350"/>
              <a:ext cx="2161200" cy="2568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59" name="Google Shape;359;p19"/>
            <p:cNvGrpSpPr/>
            <p:nvPr/>
          </p:nvGrpSpPr>
          <p:grpSpPr>
            <a:xfrm>
              <a:off x="8683881" y="115948"/>
              <a:ext cx="159362" cy="217605"/>
              <a:chOff x="2025348" y="3145361"/>
              <a:chExt cx="406327" cy="554831"/>
            </a:xfrm>
          </p:grpSpPr>
          <p:sp>
            <p:nvSpPr>
              <p:cNvPr id="360" name="Google Shape;360;p19"/>
              <p:cNvSpPr/>
              <p:nvPr/>
            </p:nvSpPr>
            <p:spPr>
              <a:xfrm>
                <a:off x="2173889" y="3589660"/>
                <a:ext cx="184122" cy="110532"/>
              </a:xfrm>
              <a:custGeom>
                <a:rect b="b" l="l" r="r" t="t"/>
                <a:pathLst>
                  <a:path extrusionOk="0" h="3004" w="5004">
                    <a:moveTo>
                      <a:pt x="1001" y="1"/>
                    </a:moveTo>
                    <a:lnTo>
                      <a:pt x="1001" y="1002"/>
                    </a:lnTo>
                    <a:lnTo>
                      <a:pt x="0" y="1002"/>
                    </a:lnTo>
                    <a:lnTo>
                      <a:pt x="0" y="2002"/>
                    </a:lnTo>
                    <a:lnTo>
                      <a:pt x="1001" y="2002"/>
                    </a:lnTo>
                    <a:lnTo>
                      <a:pt x="1001" y="3003"/>
                    </a:lnTo>
                    <a:lnTo>
                      <a:pt x="4003" y="3003"/>
                    </a:lnTo>
                    <a:lnTo>
                      <a:pt x="4003" y="2002"/>
                    </a:lnTo>
                    <a:lnTo>
                      <a:pt x="5004" y="2002"/>
                    </a:lnTo>
                    <a:lnTo>
                      <a:pt x="5004" y="1002"/>
                    </a:lnTo>
                    <a:lnTo>
                      <a:pt x="4003" y="1002"/>
                    </a:lnTo>
                    <a:lnTo>
                      <a:pt x="400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1" name="Google Shape;361;p19"/>
              <p:cNvSpPr/>
              <p:nvPr/>
            </p:nvSpPr>
            <p:spPr>
              <a:xfrm>
                <a:off x="2025348" y="3145361"/>
                <a:ext cx="406327" cy="406290"/>
              </a:xfrm>
              <a:custGeom>
                <a:rect b="b" l="l" r="r" t="t"/>
                <a:pathLst>
                  <a:path extrusionOk="0" h="11042" w="11043">
                    <a:moveTo>
                      <a:pt x="3003" y="1"/>
                    </a:moveTo>
                    <a:lnTo>
                      <a:pt x="3003" y="1001"/>
                    </a:lnTo>
                    <a:lnTo>
                      <a:pt x="1002" y="1001"/>
                    </a:lnTo>
                    <a:lnTo>
                      <a:pt x="1002" y="2002"/>
                    </a:lnTo>
                    <a:lnTo>
                      <a:pt x="1" y="2002"/>
                    </a:lnTo>
                    <a:lnTo>
                      <a:pt x="1" y="3003"/>
                    </a:lnTo>
                    <a:lnTo>
                      <a:pt x="1" y="4037"/>
                    </a:lnTo>
                    <a:lnTo>
                      <a:pt x="1" y="5038"/>
                    </a:lnTo>
                    <a:lnTo>
                      <a:pt x="1" y="6038"/>
                    </a:lnTo>
                    <a:lnTo>
                      <a:pt x="3003" y="6038"/>
                    </a:lnTo>
                    <a:lnTo>
                      <a:pt x="3003" y="5038"/>
                    </a:lnTo>
                    <a:lnTo>
                      <a:pt x="3003" y="4037"/>
                    </a:lnTo>
                    <a:lnTo>
                      <a:pt x="3003" y="3003"/>
                    </a:lnTo>
                    <a:lnTo>
                      <a:pt x="3003" y="2002"/>
                    </a:lnTo>
                    <a:lnTo>
                      <a:pt x="4037" y="2002"/>
                    </a:lnTo>
                    <a:lnTo>
                      <a:pt x="4037" y="1001"/>
                    </a:lnTo>
                    <a:lnTo>
                      <a:pt x="7039" y="1001"/>
                    </a:lnTo>
                    <a:lnTo>
                      <a:pt x="7039" y="2002"/>
                    </a:lnTo>
                    <a:lnTo>
                      <a:pt x="8040" y="2002"/>
                    </a:lnTo>
                    <a:lnTo>
                      <a:pt x="8040" y="3003"/>
                    </a:lnTo>
                    <a:lnTo>
                      <a:pt x="8040" y="4037"/>
                    </a:lnTo>
                    <a:lnTo>
                      <a:pt x="8040" y="5038"/>
                    </a:lnTo>
                    <a:lnTo>
                      <a:pt x="8040" y="6038"/>
                    </a:lnTo>
                    <a:lnTo>
                      <a:pt x="7039" y="6038"/>
                    </a:lnTo>
                    <a:lnTo>
                      <a:pt x="7039" y="7039"/>
                    </a:lnTo>
                    <a:lnTo>
                      <a:pt x="6038" y="7039"/>
                    </a:lnTo>
                    <a:lnTo>
                      <a:pt x="6038" y="8040"/>
                    </a:lnTo>
                    <a:lnTo>
                      <a:pt x="5038" y="8040"/>
                    </a:lnTo>
                    <a:lnTo>
                      <a:pt x="5038" y="9040"/>
                    </a:lnTo>
                    <a:lnTo>
                      <a:pt x="5038" y="10041"/>
                    </a:lnTo>
                    <a:lnTo>
                      <a:pt x="5038" y="11042"/>
                    </a:lnTo>
                    <a:lnTo>
                      <a:pt x="8040" y="11042"/>
                    </a:lnTo>
                    <a:lnTo>
                      <a:pt x="8040" y="10041"/>
                    </a:lnTo>
                    <a:lnTo>
                      <a:pt x="8040" y="9040"/>
                    </a:lnTo>
                    <a:lnTo>
                      <a:pt x="8040" y="8040"/>
                    </a:lnTo>
                    <a:lnTo>
                      <a:pt x="9041" y="8040"/>
                    </a:lnTo>
                    <a:lnTo>
                      <a:pt x="9041" y="7039"/>
                    </a:lnTo>
                    <a:lnTo>
                      <a:pt x="10041" y="7039"/>
                    </a:lnTo>
                    <a:lnTo>
                      <a:pt x="10041" y="6038"/>
                    </a:lnTo>
                    <a:lnTo>
                      <a:pt x="11042" y="6038"/>
                    </a:lnTo>
                    <a:lnTo>
                      <a:pt x="11042" y="5038"/>
                    </a:lnTo>
                    <a:lnTo>
                      <a:pt x="11042" y="4037"/>
                    </a:lnTo>
                    <a:lnTo>
                      <a:pt x="11042" y="3003"/>
                    </a:lnTo>
                    <a:lnTo>
                      <a:pt x="11042" y="2002"/>
                    </a:lnTo>
                    <a:lnTo>
                      <a:pt x="10041" y="2002"/>
                    </a:lnTo>
                    <a:lnTo>
                      <a:pt x="10041" y="1001"/>
                    </a:lnTo>
                    <a:lnTo>
                      <a:pt x="8040" y="1001"/>
                    </a:lnTo>
                    <a:lnTo>
                      <a:pt x="804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362" name="Google Shape;362;p19"/>
          <p:cNvSpPr txBox="1"/>
          <p:nvPr>
            <p:ph type="title"/>
          </p:nvPr>
        </p:nvSpPr>
        <p:spPr>
          <a:xfrm>
            <a:off x="720000" y="1784425"/>
            <a:ext cx="23055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363" name="Google Shape;363;p19"/>
          <p:cNvSpPr txBox="1"/>
          <p:nvPr>
            <p:ph idx="1" type="subTitle"/>
          </p:nvPr>
        </p:nvSpPr>
        <p:spPr>
          <a:xfrm>
            <a:off x="720000" y="2269375"/>
            <a:ext cx="23055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4" name="Google Shape;364;p19"/>
          <p:cNvSpPr txBox="1"/>
          <p:nvPr>
            <p:ph idx="2" type="title"/>
          </p:nvPr>
        </p:nvSpPr>
        <p:spPr>
          <a:xfrm>
            <a:off x="3419271" y="1784425"/>
            <a:ext cx="23055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365" name="Google Shape;365;p19"/>
          <p:cNvSpPr txBox="1"/>
          <p:nvPr>
            <p:ph idx="3" type="subTitle"/>
          </p:nvPr>
        </p:nvSpPr>
        <p:spPr>
          <a:xfrm>
            <a:off x="3419269" y="2269375"/>
            <a:ext cx="23055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6" name="Google Shape;366;p19"/>
          <p:cNvSpPr txBox="1"/>
          <p:nvPr>
            <p:ph idx="4" type="title"/>
          </p:nvPr>
        </p:nvSpPr>
        <p:spPr>
          <a:xfrm>
            <a:off x="720000" y="3638750"/>
            <a:ext cx="23055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367" name="Google Shape;367;p19"/>
          <p:cNvSpPr txBox="1"/>
          <p:nvPr>
            <p:ph idx="5" type="subTitle"/>
          </p:nvPr>
        </p:nvSpPr>
        <p:spPr>
          <a:xfrm>
            <a:off x="720000" y="4123700"/>
            <a:ext cx="23055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8" name="Google Shape;368;p19"/>
          <p:cNvSpPr txBox="1"/>
          <p:nvPr>
            <p:ph idx="6" type="title"/>
          </p:nvPr>
        </p:nvSpPr>
        <p:spPr>
          <a:xfrm>
            <a:off x="3419271" y="3638750"/>
            <a:ext cx="23055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369" name="Google Shape;369;p19"/>
          <p:cNvSpPr txBox="1"/>
          <p:nvPr>
            <p:ph idx="7" type="subTitle"/>
          </p:nvPr>
        </p:nvSpPr>
        <p:spPr>
          <a:xfrm>
            <a:off x="3419269" y="4123700"/>
            <a:ext cx="23055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0" name="Google Shape;370;p19"/>
          <p:cNvSpPr txBox="1"/>
          <p:nvPr>
            <p:ph idx="8" type="title"/>
          </p:nvPr>
        </p:nvSpPr>
        <p:spPr>
          <a:xfrm>
            <a:off x="6118549" y="1784425"/>
            <a:ext cx="23055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371" name="Google Shape;371;p19"/>
          <p:cNvSpPr txBox="1"/>
          <p:nvPr>
            <p:ph idx="9" type="subTitle"/>
          </p:nvPr>
        </p:nvSpPr>
        <p:spPr>
          <a:xfrm>
            <a:off x="6118545" y="2269375"/>
            <a:ext cx="23055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2" name="Google Shape;372;p19"/>
          <p:cNvSpPr txBox="1"/>
          <p:nvPr>
            <p:ph idx="13" type="title"/>
          </p:nvPr>
        </p:nvSpPr>
        <p:spPr>
          <a:xfrm>
            <a:off x="6118549" y="3638750"/>
            <a:ext cx="23055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373" name="Google Shape;373;p19"/>
          <p:cNvSpPr txBox="1"/>
          <p:nvPr>
            <p:ph idx="14" type="subTitle"/>
          </p:nvPr>
        </p:nvSpPr>
        <p:spPr>
          <a:xfrm>
            <a:off x="6118545" y="4123700"/>
            <a:ext cx="23055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4" name="Google Shape;374;p19"/>
          <p:cNvSpPr txBox="1"/>
          <p:nvPr>
            <p:ph idx="15"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BLANK_1_1_1_1_1_1"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6" name="Google Shape;376;p20"/>
          <p:cNvGrpSpPr/>
          <p:nvPr/>
        </p:nvGrpSpPr>
        <p:grpSpPr>
          <a:xfrm>
            <a:off x="69150" y="137187"/>
            <a:ext cx="9031450" cy="282372"/>
            <a:chOff x="69150" y="137187"/>
            <a:chExt cx="9031450" cy="282372"/>
          </a:xfrm>
        </p:grpSpPr>
        <p:cxnSp>
          <p:nvCxnSpPr>
            <p:cNvPr id="377" name="Google Shape;377;p20"/>
            <p:cNvCxnSpPr/>
            <p:nvPr/>
          </p:nvCxnSpPr>
          <p:spPr>
            <a:xfrm>
              <a:off x="78700" y="278373"/>
              <a:ext cx="9021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78" name="Google Shape;378;p20"/>
            <p:cNvCxnSpPr/>
            <p:nvPr/>
          </p:nvCxnSpPr>
          <p:spPr>
            <a:xfrm>
              <a:off x="69150" y="207780"/>
              <a:ext cx="9021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79" name="Google Shape;379;p20"/>
            <p:cNvCxnSpPr/>
            <p:nvPr/>
          </p:nvCxnSpPr>
          <p:spPr>
            <a:xfrm>
              <a:off x="73925" y="137187"/>
              <a:ext cx="9021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80" name="Google Shape;380;p20"/>
            <p:cNvCxnSpPr/>
            <p:nvPr/>
          </p:nvCxnSpPr>
          <p:spPr>
            <a:xfrm>
              <a:off x="78700" y="419559"/>
              <a:ext cx="9021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81" name="Google Shape;381;p20"/>
            <p:cNvCxnSpPr/>
            <p:nvPr/>
          </p:nvCxnSpPr>
          <p:spPr>
            <a:xfrm>
              <a:off x="78700" y="348966"/>
              <a:ext cx="9021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82" name="Google Shape;382;p20"/>
          <p:cNvSpPr/>
          <p:nvPr/>
        </p:nvSpPr>
        <p:spPr>
          <a:xfrm>
            <a:off x="70625" y="64225"/>
            <a:ext cx="9028500" cy="5028000"/>
          </a:xfrm>
          <a:prstGeom prst="roundRect">
            <a:avLst>
              <a:gd fmla="val 2044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83" name="Google Shape;383;p20"/>
          <p:cNvGrpSpPr/>
          <p:nvPr/>
        </p:nvGrpSpPr>
        <p:grpSpPr>
          <a:xfrm>
            <a:off x="234375" y="117804"/>
            <a:ext cx="256800" cy="256800"/>
            <a:chOff x="234375" y="110636"/>
            <a:chExt cx="256800" cy="256800"/>
          </a:xfrm>
        </p:grpSpPr>
        <p:sp>
          <p:nvSpPr>
            <p:cNvPr id="384" name="Google Shape;384;p20"/>
            <p:cNvSpPr/>
            <p:nvPr/>
          </p:nvSpPr>
          <p:spPr>
            <a:xfrm>
              <a:off x="234375" y="110636"/>
              <a:ext cx="256800" cy="2568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5" name="Google Shape;385;p20"/>
            <p:cNvSpPr/>
            <p:nvPr/>
          </p:nvSpPr>
          <p:spPr>
            <a:xfrm>
              <a:off x="234375" y="110636"/>
              <a:ext cx="256800" cy="256800"/>
            </a:xfrm>
            <a:prstGeom prst="mathMultiply">
              <a:avLst>
                <a:gd fmla="val 23520" name="adj1"/>
              </a:avLst>
            </a:prstGeom>
            <a:solidFill>
              <a:schemeClr val="l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386" name="Google Shape;386;p20"/>
          <p:cNvCxnSpPr/>
          <p:nvPr/>
        </p:nvCxnSpPr>
        <p:spPr>
          <a:xfrm>
            <a:off x="73925" y="5008650"/>
            <a:ext cx="9021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387" name="Google Shape;387;p20"/>
          <p:cNvGrpSpPr/>
          <p:nvPr/>
        </p:nvGrpSpPr>
        <p:grpSpPr>
          <a:xfrm>
            <a:off x="6760300" y="117804"/>
            <a:ext cx="2161200" cy="256800"/>
            <a:chOff x="6760300" y="96350"/>
            <a:chExt cx="2161200" cy="256800"/>
          </a:xfrm>
        </p:grpSpPr>
        <p:sp>
          <p:nvSpPr>
            <p:cNvPr id="388" name="Google Shape;388;p20"/>
            <p:cNvSpPr/>
            <p:nvPr/>
          </p:nvSpPr>
          <p:spPr>
            <a:xfrm>
              <a:off x="6760300" y="96350"/>
              <a:ext cx="2161200" cy="2568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89" name="Google Shape;389;p20"/>
            <p:cNvGrpSpPr/>
            <p:nvPr/>
          </p:nvGrpSpPr>
          <p:grpSpPr>
            <a:xfrm>
              <a:off x="8683881" y="115948"/>
              <a:ext cx="159362" cy="217605"/>
              <a:chOff x="2025348" y="3145361"/>
              <a:chExt cx="406327" cy="554831"/>
            </a:xfrm>
          </p:grpSpPr>
          <p:sp>
            <p:nvSpPr>
              <p:cNvPr id="390" name="Google Shape;390;p20"/>
              <p:cNvSpPr/>
              <p:nvPr/>
            </p:nvSpPr>
            <p:spPr>
              <a:xfrm>
                <a:off x="2173889" y="3589660"/>
                <a:ext cx="184122" cy="110532"/>
              </a:xfrm>
              <a:custGeom>
                <a:rect b="b" l="l" r="r" t="t"/>
                <a:pathLst>
                  <a:path extrusionOk="0" h="3004" w="5004">
                    <a:moveTo>
                      <a:pt x="1001" y="1"/>
                    </a:moveTo>
                    <a:lnTo>
                      <a:pt x="1001" y="1002"/>
                    </a:lnTo>
                    <a:lnTo>
                      <a:pt x="0" y="1002"/>
                    </a:lnTo>
                    <a:lnTo>
                      <a:pt x="0" y="2002"/>
                    </a:lnTo>
                    <a:lnTo>
                      <a:pt x="1001" y="2002"/>
                    </a:lnTo>
                    <a:lnTo>
                      <a:pt x="1001" y="3003"/>
                    </a:lnTo>
                    <a:lnTo>
                      <a:pt x="4003" y="3003"/>
                    </a:lnTo>
                    <a:lnTo>
                      <a:pt x="4003" y="2002"/>
                    </a:lnTo>
                    <a:lnTo>
                      <a:pt x="5004" y="2002"/>
                    </a:lnTo>
                    <a:lnTo>
                      <a:pt x="5004" y="1002"/>
                    </a:lnTo>
                    <a:lnTo>
                      <a:pt x="4003" y="1002"/>
                    </a:lnTo>
                    <a:lnTo>
                      <a:pt x="400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1" name="Google Shape;391;p20"/>
              <p:cNvSpPr/>
              <p:nvPr/>
            </p:nvSpPr>
            <p:spPr>
              <a:xfrm>
                <a:off x="2025348" y="3145361"/>
                <a:ext cx="406327" cy="406290"/>
              </a:xfrm>
              <a:custGeom>
                <a:rect b="b" l="l" r="r" t="t"/>
                <a:pathLst>
                  <a:path extrusionOk="0" h="11042" w="11043">
                    <a:moveTo>
                      <a:pt x="3003" y="1"/>
                    </a:moveTo>
                    <a:lnTo>
                      <a:pt x="3003" y="1001"/>
                    </a:lnTo>
                    <a:lnTo>
                      <a:pt x="1002" y="1001"/>
                    </a:lnTo>
                    <a:lnTo>
                      <a:pt x="1002" y="2002"/>
                    </a:lnTo>
                    <a:lnTo>
                      <a:pt x="1" y="2002"/>
                    </a:lnTo>
                    <a:lnTo>
                      <a:pt x="1" y="3003"/>
                    </a:lnTo>
                    <a:lnTo>
                      <a:pt x="1" y="4037"/>
                    </a:lnTo>
                    <a:lnTo>
                      <a:pt x="1" y="5038"/>
                    </a:lnTo>
                    <a:lnTo>
                      <a:pt x="1" y="6038"/>
                    </a:lnTo>
                    <a:lnTo>
                      <a:pt x="3003" y="6038"/>
                    </a:lnTo>
                    <a:lnTo>
                      <a:pt x="3003" y="5038"/>
                    </a:lnTo>
                    <a:lnTo>
                      <a:pt x="3003" y="4037"/>
                    </a:lnTo>
                    <a:lnTo>
                      <a:pt x="3003" y="3003"/>
                    </a:lnTo>
                    <a:lnTo>
                      <a:pt x="3003" y="2002"/>
                    </a:lnTo>
                    <a:lnTo>
                      <a:pt x="4037" y="2002"/>
                    </a:lnTo>
                    <a:lnTo>
                      <a:pt x="4037" y="1001"/>
                    </a:lnTo>
                    <a:lnTo>
                      <a:pt x="7039" y="1001"/>
                    </a:lnTo>
                    <a:lnTo>
                      <a:pt x="7039" y="2002"/>
                    </a:lnTo>
                    <a:lnTo>
                      <a:pt x="8040" y="2002"/>
                    </a:lnTo>
                    <a:lnTo>
                      <a:pt x="8040" y="3003"/>
                    </a:lnTo>
                    <a:lnTo>
                      <a:pt x="8040" y="4037"/>
                    </a:lnTo>
                    <a:lnTo>
                      <a:pt x="8040" y="5038"/>
                    </a:lnTo>
                    <a:lnTo>
                      <a:pt x="8040" y="6038"/>
                    </a:lnTo>
                    <a:lnTo>
                      <a:pt x="7039" y="6038"/>
                    </a:lnTo>
                    <a:lnTo>
                      <a:pt x="7039" y="7039"/>
                    </a:lnTo>
                    <a:lnTo>
                      <a:pt x="6038" y="7039"/>
                    </a:lnTo>
                    <a:lnTo>
                      <a:pt x="6038" y="8040"/>
                    </a:lnTo>
                    <a:lnTo>
                      <a:pt x="5038" y="8040"/>
                    </a:lnTo>
                    <a:lnTo>
                      <a:pt x="5038" y="9040"/>
                    </a:lnTo>
                    <a:lnTo>
                      <a:pt x="5038" y="10041"/>
                    </a:lnTo>
                    <a:lnTo>
                      <a:pt x="5038" y="11042"/>
                    </a:lnTo>
                    <a:lnTo>
                      <a:pt x="8040" y="11042"/>
                    </a:lnTo>
                    <a:lnTo>
                      <a:pt x="8040" y="10041"/>
                    </a:lnTo>
                    <a:lnTo>
                      <a:pt x="8040" y="9040"/>
                    </a:lnTo>
                    <a:lnTo>
                      <a:pt x="8040" y="8040"/>
                    </a:lnTo>
                    <a:lnTo>
                      <a:pt x="9041" y="8040"/>
                    </a:lnTo>
                    <a:lnTo>
                      <a:pt x="9041" y="7039"/>
                    </a:lnTo>
                    <a:lnTo>
                      <a:pt x="10041" y="7039"/>
                    </a:lnTo>
                    <a:lnTo>
                      <a:pt x="10041" y="6038"/>
                    </a:lnTo>
                    <a:lnTo>
                      <a:pt x="11042" y="6038"/>
                    </a:lnTo>
                    <a:lnTo>
                      <a:pt x="11042" y="5038"/>
                    </a:lnTo>
                    <a:lnTo>
                      <a:pt x="11042" y="4037"/>
                    </a:lnTo>
                    <a:lnTo>
                      <a:pt x="11042" y="3003"/>
                    </a:lnTo>
                    <a:lnTo>
                      <a:pt x="11042" y="2002"/>
                    </a:lnTo>
                    <a:lnTo>
                      <a:pt x="10041" y="2002"/>
                    </a:lnTo>
                    <a:lnTo>
                      <a:pt x="10041" y="1001"/>
                    </a:lnTo>
                    <a:lnTo>
                      <a:pt x="8040" y="1001"/>
                    </a:lnTo>
                    <a:lnTo>
                      <a:pt x="804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392" name="Google Shape;392;p20"/>
          <p:cNvSpPr txBox="1"/>
          <p:nvPr>
            <p:ph hasCustomPrompt="1" type="title"/>
          </p:nvPr>
        </p:nvSpPr>
        <p:spPr>
          <a:xfrm>
            <a:off x="1284000" y="540000"/>
            <a:ext cx="6576000" cy="765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393" name="Google Shape;393;p20"/>
          <p:cNvSpPr txBox="1"/>
          <p:nvPr>
            <p:ph idx="1" type="subTitle"/>
          </p:nvPr>
        </p:nvSpPr>
        <p:spPr>
          <a:xfrm>
            <a:off x="1284000" y="1305425"/>
            <a:ext cx="6576000" cy="38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4" name="Google Shape;394;p20"/>
          <p:cNvSpPr txBox="1"/>
          <p:nvPr>
            <p:ph hasCustomPrompt="1" idx="2" type="title"/>
          </p:nvPr>
        </p:nvSpPr>
        <p:spPr>
          <a:xfrm>
            <a:off x="1284000" y="1996149"/>
            <a:ext cx="6576000" cy="765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395" name="Google Shape;395;p20"/>
          <p:cNvSpPr txBox="1"/>
          <p:nvPr>
            <p:ph idx="3" type="subTitle"/>
          </p:nvPr>
        </p:nvSpPr>
        <p:spPr>
          <a:xfrm>
            <a:off x="1284000" y="2761573"/>
            <a:ext cx="6576000" cy="38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6" name="Google Shape;396;p20"/>
          <p:cNvSpPr txBox="1"/>
          <p:nvPr>
            <p:ph hasCustomPrompt="1" idx="4" type="title"/>
          </p:nvPr>
        </p:nvSpPr>
        <p:spPr>
          <a:xfrm>
            <a:off x="1284000" y="3452300"/>
            <a:ext cx="6576000" cy="765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397" name="Google Shape;397;p20"/>
          <p:cNvSpPr txBox="1"/>
          <p:nvPr>
            <p:ph idx="5" type="subTitle"/>
          </p:nvPr>
        </p:nvSpPr>
        <p:spPr>
          <a:xfrm>
            <a:off x="1284000" y="4217598"/>
            <a:ext cx="6576000" cy="38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 1">
  <p:cSld name="CUSTOM_8"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9" name="Google Shape;399;p21"/>
          <p:cNvGrpSpPr/>
          <p:nvPr/>
        </p:nvGrpSpPr>
        <p:grpSpPr>
          <a:xfrm>
            <a:off x="69150" y="137187"/>
            <a:ext cx="9031450" cy="282372"/>
            <a:chOff x="69150" y="137187"/>
            <a:chExt cx="9031450" cy="282372"/>
          </a:xfrm>
        </p:grpSpPr>
        <p:cxnSp>
          <p:nvCxnSpPr>
            <p:cNvPr id="400" name="Google Shape;400;p21"/>
            <p:cNvCxnSpPr/>
            <p:nvPr/>
          </p:nvCxnSpPr>
          <p:spPr>
            <a:xfrm>
              <a:off x="78700" y="278373"/>
              <a:ext cx="9021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01" name="Google Shape;401;p21"/>
            <p:cNvCxnSpPr/>
            <p:nvPr/>
          </p:nvCxnSpPr>
          <p:spPr>
            <a:xfrm>
              <a:off x="69150" y="207780"/>
              <a:ext cx="9021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02" name="Google Shape;402;p21"/>
            <p:cNvCxnSpPr/>
            <p:nvPr/>
          </p:nvCxnSpPr>
          <p:spPr>
            <a:xfrm>
              <a:off x="73925" y="137187"/>
              <a:ext cx="9021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03" name="Google Shape;403;p21"/>
            <p:cNvCxnSpPr/>
            <p:nvPr/>
          </p:nvCxnSpPr>
          <p:spPr>
            <a:xfrm>
              <a:off x="78700" y="419559"/>
              <a:ext cx="9021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04" name="Google Shape;404;p21"/>
            <p:cNvCxnSpPr/>
            <p:nvPr/>
          </p:nvCxnSpPr>
          <p:spPr>
            <a:xfrm>
              <a:off x="78700" y="348966"/>
              <a:ext cx="9021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405" name="Google Shape;405;p21"/>
          <p:cNvSpPr/>
          <p:nvPr/>
        </p:nvSpPr>
        <p:spPr>
          <a:xfrm>
            <a:off x="70625" y="64225"/>
            <a:ext cx="9028500" cy="5028000"/>
          </a:xfrm>
          <a:prstGeom prst="roundRect">
            <a:avLst>
              <a:gd fmla="val 2044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06" name="Google Shape;406;p21"/>
          <p:cNvGrpSpPr/>
          <p:nvPr/>
        </p:nvGrpSpPr>
        <p:grpSpPr>
          <a:xfrm>
            <a:off x="234375" y="117804"/>
            <a:ext cx="256800" cy="256800"/>
            <a:chOff x="234375" y="110636"/>
            <a:chExt cx="256800" cy="256800"/>
          </a:xfrm>
        </p:grpSpPr>
        <p:sp>
          <p:nvSpPr>
            <p:cNvPr id="407" name="Google Shape;407;p21"/>
            <p:cNvSpPr/>
            <p:nvPr/>
          </p:nvSpPr>
          <p:spPr>
            <a:xfrm>
              <a:off x="234375" y="110636"/>
              <a:ext cx="256800" cy="2568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" name="Google Shape;408;p21"/>
            <p:cNvSpPr/>
            <p:nvPr/>
          </p:nvSpPr>
          <p:spPr>
            <a:xfrm>
              <a:off x="234375" y="110636"/>
              <a:ext cx="256800" cy="256800"/>
            </a:xfrm>
            <a:prstGeom prst="mathMultiply">
              <a:avLst>
                <a:gd fmla="val 23520" name="adj1"/>
              </a:avLst>
            </a:prstGeom>
            <a:solidFill>
              <a:schemeClr val="l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409" name="Google Shape;409;p21"/>
          <p:cNvCxnSpPr/>
          <p:nvPr/>
        </p:nvCxnSpPr>
        <p:spPr>
          <a:xfrm>
            <a:off x="73925" y="5008650"/>
            <a:ext cx="9021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410" name="Google Shape;410;p21"/>
          <p:cNvGrpSpPr/>
          <p:nvPr/>
        </p:nvGrpSpPr>
        <p:grpSpPr>
          <a:xfrm>
            <a:off x="6760300" y="117804"/>
            <a:ext cx="2161200" cy="256800"/>
            <a:chOff x="6760300" y="96350"/>
            <a:chExt cx="2161200" cy="256800"/>
          </a:xfrm>
        </p:grpSpPr>
        <p:sp>
          <p:nvSpPr>
            <p:cNvPr id="411" name="Google Shape;411;p21"/>
            <p:cNvSpPr/>
            <p:nvPr/>
          </p:nvSpPr>
          <p:spPr>
            <a:xfrm>
              <a:off x="6760300" y="96350"/>
              <a:ext cx="2161200" cy="2568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12" name="Google Shape;412;p21"/>
            <p:cNvGrpSpPr/>
            <p:nvPr/>
          </p:nvGrpSpPr>
          <p:grpSpPr>
            <a:xfrm>
              <a:off x="8683881" y="115948"/>
              <a:ext cx="159362" cy="217605"/>
              <a:chOff x="2025348" y="3145361"/>
              <a:chExt cx="406327" cy="554831"/>
            </a:xfrm>
          </p:grpSpPr>
          <p:sp>
            <p:nvSpPr>
              <p:cNvPr id="413" name="Google Shape;413;p21"/>
              <p:cNvSpPr/>
              <p:nvPr/>
            </p:nvSpPr>
            <p:spPr>
              <a:xfrm>
                <a:off x="2173889" y="3589660"/>
                <a:ext cx="184122" cy="110532"/>
              </a:xfrm>
              <a:custGeom>
                <a:rect b="b" l="l" r="r" t="t"/>
                <a:pathLst>
                  <a:path extrusionOk="0" h="3004" w="5004">
                    <a:moveTo>
                      <a:pt x="1001" y="1"/>
                    </a:moveTo>
                    <a:lnTo>
                      <a:pt x="1001" y="1002"/>
                    </a:lnTo>
                    <a:lnTo>
                      <a:pt x="0" y="1002"/>
                    </a:lnTo>
                    <a:lnTo>
                      <a:pt x="0" y="2002"/>
                    </a:lnTo>
                    <a:lnTo>
                      <a:pt x="1001" y="2002"/>
                    </a:lnTo>
                    <a:lnTo>
                      <a:pt x="1001" y="3003"/>
                    </a:lnTo>
                    <a:lnTo>
                      <a:pt x="4003" y="3003"/>
                    </a:lnTo>
                    <a:lnTo>
                      <a:pt x="4003" y="2002"/>
                    </a:lnTo>
                    <a:lnTo>
                      <a:pt x="5004" y="2002"/>
                    </a:lnTo>
                    <a:lnTo>
                      <a:pt x="5004" y="1002"/>
                    </a:lnTo>
                    <a:lnTo>
                      <a:pt x="4003" y="1002"/>
                    </a:lnTo>
                    <a:lnTo>
                      <a:pt x="400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4" name="Google Shape;414;p21"/>
              <p:cNvSpPr/>
              <p:nvPr/>
            </p:nvSpPr>
            <p:spPr>
              <a:xfrm>
                <a:off x="2025348" y="3145361"/>
                <a:ext cx="406327" cy="406290"/>
              </a:xfrm>
              <a:custGeom>
                <a:rect b="b" l="l" r="r" t="t"/>
                <a:pathLst>
                  <a:path extrusionOk="0" h="11042" w="11043">
                    <a:moveTo>
                      <a:pt x="3003" y="1"/>
                    </a:moveTo>
                    <a:lnTo>
                      <a:pt x="3003" y="1001"/>
                    </a:lnTo>
                    <a:lnTo>
                      <a:pt x="1002" y="1001"/>
                    </a:lnTo>
                    <a:lnTo>
                      <a:pt x="1002" y="2002"/>
                    </a:lnTo>
                    <a:lnTo>
                      <a:pt x="1" y="2002"/>
                    </a:lnTo>
                    <a:lnTo>
                      <a:pt x="1" y="3003"/>
                    </a:lnTo>
                    <a:lnTo>
                      <a:pt x="1" y="4037"/>
                    </a:lnTo>
                    <a:lnTo>
                      <a:pt x="1" y="5038"/>
                    </a:lnTo>
                    <a:lnTo>
                      <a:pt x="1" y="6038"/>
                    </a:lnTo>
                    <a:lnTo>
                      <a:pt x="3003" y="6038"/>
                    </a:lnTo>
                    <a:lnTo>
                      <a:pt x="3003" y="5038"/>
                    </a:lnTo>
                    <a:lnTo>
                      <a:pt x="3003" y="4037"/>
                    </a:lnTo>
                    <a:lnTo>
                      <a:pt x="3003" y="3003"/>
                    </a:lnTo>
                    <a:lnTo>
                      <a:pt x="3003" y="2002"/>
                    </a:lnTo>
                    <a:lnTo>
                      <a:pt x="4037" y="2002"/>
                    </a:lnTo>
                    <a:lnTo>
                      <a:pt x="4037" y="1001"/>
                    </a:lnTo>
                    <a:lnTo>
                      <a:pt x="7039" y="1001"/>
                    </a:lnTo>
                    <a:lnTo>
                      <a:pt x="7039" y="2002"/>
                    </a:lnTo>
                    <a:lnTo>
                      <a:pt x="8040" y="2002"/>
                    </a:lnTo>
                    <a:lnTo>
                      <a:pt x="8040" y="3003"/>
                    </a:lnTo>
                    <a:lnTo>
                      <a:pt x="8040" y="4037"/>
                    </a:lnTo>
                    <a:lnTo>
                      <a:pt x="8040" y="5038"/>
                    </a:lnTo>
                    <a:lnTo>
                      <a:pt x="8040" y="6038"/>
                    </a:lnTo>
                    <a:lnTo>
                      <a:pt x="7039" y="6038"/>
                    </a:lnTo>
                    <a:lnTo>
                      <a:pt x="7039" y="7039"/>
                    </a:lnTo>
                    <a:lnTo>
                      <a:pt x="6038" y="7039"/>
                    </a:lnTo>
                    <a:lnTo>
                      <a:pt x="6038" y="8040"/>
                    </a:lnTo>
                    <a:lnTo>
                      <a:pt x="5038" y="8040"/>
                    </a:lnTo>
                    <a:lnTo>
                      <a:pt x="5038" y="9040"/>
                    </a:lnTo>
                    <a:lnTo>
                      <a:pt x="5038" y="10041"/>
                    </a:lnTo>
                    <a:lnTo>
                      <a:pt x="5038" y="11042"/>
                    </a:lnTo>
                    <a:lnTo>
                      <a:pt x="8040" y="11042"/>
                    </a:lnTo>
                    <a:lnTo>
                      <a:pt x="8040" y="10041"/>
                    </a:lnTo>
                    <a:lnTo>
                      <a:pt x="8040" y="9040"/>
                    </a:lnTo>
                    <a:lnTo>
                      <a:pt x="8040" y="8040"/>
                    </a:lnTo>
                    <a:lnTo>
                      <a:pt x="9041" y="8040"/>
                    </a:lnTo>
                    <a:lnTo>
                      <a:pt x="9041" y="7039"/>
                    </a:lnTo>
                    <a:lnTo>
                      <a:pt x="10041" y="7039"/>
                    </a:lnTo>
                    <a:lnTo>
                      <a:pt x="10041" y="6038"/>
                    </a:lnTo>
                    <a:lnTo>
                      <a:pt x="11042" y="6038"/>
                    </a:lnTo>
                    <a:lnTo>
                      <a:pt x="11042" y="5038"/>
                    </a:lnTo>
                    <a:lnTo>
                      <a:pt x="11042" y="4037"/>
                    </a:lnTo>
                    <a:lnTo>
                      <a:pt x="11042" y="3003"/>
                    </a:lnTo>
                    <a:lnTo>
                      <a:pt x="11042" y="2002"/>
                    </a:lnTo>
                    <a:lnTo>
                      <a:pt x="10041" y="2002"/>
                    </a:lnTo>
                    <a:lnTo>
                      <a:pt x="10041" y="1001"/>
                    </a:lnTo>
                    <a:lnTo>
                      <a:pt x="8040" y="1001"/>
                    </a:lnTo>
                    <a:lnTo>
                      <a:pt x="804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415" name="Google Shape;415;p2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416" name="Google Shape;416;p21"/>
          <p:cNvSpPr txBox="1"/>
          <p:nvPr>
            <p:ph idx="1" type="subTitle"/>
          </p:nvPr>
        </p:nvSpPr>
        <p:spPr>
          <a:xfrm>
            <a:off x="3452813" y="3309800"/>
            <a:ext cx="2238300" cy="35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hakra Petch Medium"/>
              <a:buNone/>
              <a:defRPr sz="2400">
                <a:latin typeface="Chakra Petch Medium"/>
                <a:ea typeface="Chakra Petch Medium"/>
                <a:cs typeface="Chakra Petch Medium"/>
                <a:sym typeface="Chakra Petch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hakra Petch Medium"/>
              <a:buNone/>
              <a:defRPr sz="2400">
                <a:latin typeface="Chakra Petch Medium"/>
                <a:ea typeface="Chakra Petch Medium"/>
                <a:cs typeface="Chakra Petch Medium"/>
                <a:sym typeface="Chakra Petch Medium"/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Chakra Petch Medium"/>
              <a:buNone/>
              <a:defRPr sz="2400">
                <a:latin typeface="Chakra Petch Medium"/>
                <a:ea typeface="Chakra Petch Medium"/>
                <a:cs typeface="Chakra Petch Medium"/>
                <a:sym typeface="Chakra Petch Medium"/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Chakra Petch Medium"/>
              <a:buNone/>
              <a:defRPr sz="2400">
                <a:latin typeface="Chakra Petch Medium"/>
                <a:ea typeface="Chakra Petch Medium"/>
                <a:cs typeface="Chakra Petch Medium"/>
                <a:sym typeface="Chakra Petch Medium"/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Chakra Petch Medium"/>
              <a:buNone/>
              <a:defRPr sz="2400">
                <a:latin typeface="Chakra Petch Medium"/>
                <a:ea typeface="Chakra Petch Medium"/>
                <a:cs typeface="Chakra Petch Medium"/>
                <a:sym typeface="Chakra Petch Medium"/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Chakra Petch Medium"/>
              <a:buNone/>
              <a:defRPr sz="2400">
                <a:latin typeface="Chakra Petch Medium"/>
                <a:ea typeface="Chakra Petch Medium"/>
                <a:cs typeface="Chakra Petch Medium"/>
                <a:sym typeface="Chakra Petch Medium"/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Chakra Petch Medium"/>
              <a:buNone/>
              <a:defRPr sz="2400">
                <a:latin typeface="Chakra Petch Medium"/>
                <a:ea typeface="Chakra Petch Medium"/>
                <a:cs typeface="Chakra Petch Medium"/>
                <a:sym typeface="Chakra Petch Medium"/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Chakra Petch Medium"/>
              <a:buNone/>
              <a:defRPr sz="2400">
                <a:latin typeface="Chakra Petch Medium"/>
                <a:ea typeface="Chakra Petch Medium"/>
                <a:cs typeface="Chakra Petch Medium"/>
                <a:sym typeface="Chakra Petch Medium"/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Chakra Petch Medium"/>
              <a:buNone/>
              <a:defRPr sz="2400">
                <a:latin typeface="Chakra Petch Medium"/>
                <a:ea typeface="Chakra Petch Medium"/>
                <a:cs typeface="Chakra Petch Medium"/>
                <a:sym typeface="Chakra Petch Medium"/>
              </a:defRPr>
            </a:lvl9pPr>
          </a:lstStyle>
          <a:p/>
        </p:txBody>
      </p:sp>
      <p:sp>
        <p:nvSpPr>
          <p:cNvPr id="417" name="Google Shape;417;p21"/>
          <p:cNvSpPr txBox="1"/>
          <p:nvPr>
            <p:ph idx="2" type="subTitle"/>
          </p:nvPr>
        </p:nvSpPr>
        <p:spPr>
          <a:xfrm>
            <a:off x="3452713" y="3820050"/>
            <a:ext cx="22383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500"/>
              <a:buNone/>
              <a:defRPr sz="1500"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500"/>
              <a:buNone/>
              <a:defRPr sz="1500"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500"/>
              <a:buNone/>
              <a:defRPr sz="1500"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500"/>
              <a:buNone/>
              <a:defRPr sz="1500"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500"/>
              <a:buNone/>
              <a:defRPr sz="1500"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500"/>
              <a:buNone/>
              <a:defRPr sz="1500"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500"/>
              <a:buNone/>
              <a:defRPr sz="1500"/>
            </a:lvl9pPr>
          </a:lstStyle>
          <a:p/>
        </p:txBody>
      </p:sp>
      <p:sp>
        <p:nvSpPr>
          <p:cNvPr id="418" name="Google Shape;418;p21"/>
          <p:cNvSpPr txBox="1"/>
          <p:nvPr>
            <p:ph idx="3" type="subTitle"/>
          </p:nvPr>
        </p:nvSpPr>
        <p:spPr>
          <a:xfrm>
            <a:off x="1034163" y="3309800"/>
            <a:ext cx="2238300" cy="35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hakra Petch Medium"/>
              <a:buNone/>
              <a:defRPr sz="2400">
                <a:latin typeface="Chakra Petch Medium"/>
                <a:ea typeface="Chakra Petch Medium"/>
                <a:cs typeface="Chakra Petch Medium"/>
                <a:sym typeface="Chakra Petch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hakra Petch Medium"/>
              <a:buNone/>
              <a:defRPr sz="2400">
                <a:latin typeface="Chakra Petch Medium"/>
                <a:ea typeface="Chakra Petch Medium"/>
                <a:cs typeface="Chakra Petch Medium"/>
                <a:sym typeface="Chakra Petch Medium"/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Chakra Petch Medium"/>
              <a:buNone/>
              <a:defRPr sz="2400">
                <a:latin typeface="Chakra Petch Medium"/>
                <a:ea typeface="Chakra Petch Medium"/>
                <a:cs typeface="Chakra Petch Medium"/>
                <a:sym typeface="Chakra Petch Medium"/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Chakra Petch Medium"/>
              <a:buNone/>
              <a:defRPr sz="2400">
                <a:latin typeface="Chakra Petch Medium"/>
                <a:ea typeface="Chakra Petch Medium"/>
                <a:cs typeface="Chakra Petch Medium"/>
                <a:sym typeface="Chakra Petch Medium"/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Chakra Petch Medium"/>
              <a:buNone/>
              <a:defRPr sz="2400">
                <a:latin typeface="Chakra Petch Medium"/>
                <a:ea typeface="Chakra Petch Medium"/>
                <a:cs typeface="Chakra Petch Medium"/>
                <a:sym typeface="Chakra Petch Medium"/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Chakra Petch Medium"/>
              <a:buNone/>
              <a:defRPr sz="2400">
                <a:latin typeface="Chakra Petch Medium"/>
                <a:ea typeface="Chakra Petch Medium"/>
                <a:cs typeface="Chakra Petch Medium"/>
                <a:sym typeface="Chakra Petch Medium"/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Chakra Petch Medium"/>
              <a:buNone/>
              <a:defRPr sz="2400">
                <a:latin typeface="Chakra Petch Medium"/>
                <a:ea typeface="Chakra Petch Medium"/>
                <a:cs typeface="Chakra Petch Medium"/>
                <a:sym typeface="Chakra Petch Medium"/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Chakra Petch Medium"/>
              <a:buNone/>
              <a:defRPr sz="2400">
                <a:latin typeface="Chakra Petch Medium"/>
                <a:ea typeface="Chakra Petch Medium"/>
                <a:cs typeface="Chakra Petch Medium"/>
                <a:sym typeface="Chakra Petch Medium"/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Chakra Petch Medium"/>
              <a:buNone/>
              <a:defRPr sz="2400">
                <a:latin typeface="Chakra Petch Medium"/>
                <a:ea typeface="Chakra Petch Medium"/>
                <a:cs typeface="Chakra Petch Medium"/>
                <a:sym typeface="Chakra Petch Medium"/>
              </a:defRPr>
            </a:lvl9pPr>
          </a:lstStyle>
          <a:p/>
        </p:txBody>
      </p:sp>
      <p:sp>
        <p:nvSpPr>
          <p:cNvPr id="419" name="Google Shape;419;p21"/>
          <p:cNvSpPr txBox="1"/>
          <p:nvPr>
            <p:ph idx="4" type="subTitle"/>
          </p:nvPr>
        </p:nvSpPr>
        <p:spPr>
          <a:xfrm>
            <a:off x="1034063" y="3820050"/>
            <a:ext cx="22383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500"/>
              <a:buNone/>
              <a:defRPr sz="1500"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500"/>
              <a:buNone/>
              <a:defRPr sz="1500"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500"/>
              <a:buNone/>
              <a:defRPr sz="1500"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500"/>
              <a:buNone/>
              <a:defRPr sz="1500"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500"/>
              <a:buNone/>
              <a:defRPr sz="1500"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500"/>
              <a:buNone/>
              <a:defRPr sz="1500"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500"/>
              <a:buNone/>
              <a:defRPr sz="1500"/>
            </a:lvl9pPr>
          </a:lstStyle>
          <a:p/>
        </p:txBody>
      </p:sp>
      <p:sp>
        <p:nvSpPr>
          <p:cNvPr id="420" name="Google Shape;420;p21"/>
          <p:cNvSpPr txBox="1"/>
          <p:nvPr>
            <p:ph idx="5" type="subTitle"/>
          </p:nvPr>
        </p:nvSpPr>
        <p:spPr>
          <a:xfrm>
            <a:off x="5871538" y="3309800"/>
            <a:ext cx="2238300" cy="35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hakra Petch Medium"/>
              <a:buNone/>
              <a:defRPr sz="2400">
                <a:latin typeface="Chakra Petch Medium"/>
                <a:ea typeface="Chakra Petch Medium"/>
                <a:cs typeface="Chakra Petch Medium"/>
                <a:sym typeface="Chakra Petch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hakra Petch Medium"/>
              <a:buNone/>
              <a:defRPr sz="2400">
                <a:latin typeface="Chakra Petch Medium"/>
                <a:ea typeface="Chakra Petch Medium"/>
                <a:cs typeface="Chakra Petch Medium"/>
                <a:sym typeface="Chakra Petch Medium"/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Chakra Petch Medium"/>
              <a:buNone/>
              <a:defRPr sz="2400">
                <a:latin typeface="Chakra Petch Medium"/>
                <a:ea typeface="Chakra Petch Medium"/>
                <a:cs typeface="Chakra Petch Medium"/>
                <a:sym typeface="Chakra Petch Medium"/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Chakra Petch Medium"/>
              <a:buNone/>
              <a:defRPr sz="2400">
                <a:latin typeface="Chakra Petch Medium"/>
                <a:ea typeface="Chakra Petch Medium"/>
                <a:cs typeface="Chakra Petch Medium"/>
                <a:sym typeface="Chakra Petch Medium"/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Chakra Petch Medium"/>
              <a:buNone/>
              <a:defRPr sz="2400">
                <a:latin typeface="Chakra Petch Medium"/>
                <a:ea typeface="Chakra Petch Medium"/>
                <a:cs typeface="Chakra Petch Medium"/>
                <a:sym typeface="Chakra Petch Medium"/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Chakra Petch Medium"/>
              <a:buNone/>
              <a:defRPr sz="2400">
                <a:latin typeface="Chakra Petch Medium"/>
                <a:ea typeface="Chakra Petch Medium"/>
                <a:cs typeface="Chakra Petch Medium"/>
                <a:sym typeface="Chakra Petch Medium"/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Chakra Petch Medium"/>
              <a:buNone/>
              <a:defRPr sz="2400">
                <a:latin typeface="Chakra Petch Medium"/>
                <a:ea typeface="Chakra Petch Medium"/>
                <a:cs typeface="Chakra Petch Medium"/>
                <a:sym typeface="Chakra Petch Medium"/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Chakra Petch Medium"/>
              <a:buNone/>
              <a:defRPr sz="2400">
                <a:latin typeface="Chakra Petch Medium"/>
                <a:ea typeface="Chakra Petch Medium"/>
                <a:cs typeface="Chakra Petch Medium"/>
                <a:sym typeface="Chakra Petch Medium"/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Chakra Petch Medium"/>
              <a:buNone/>
              <a:defRPr sz="2400">
                <a:latin typeface="Chakra Petch Medium"/>
                <a:ea typeface="Chakra Petch Medium"/>
                <a:cs typeface="Chakra Petch Medium"/>
                <a:sym typeface="Chakra Petch Medium"/>
              </a:defRPr>
            </a:lvl9pPr>
          </a:lstStyle>
          <a:p/>
        </p:txBody>
      </p:sp>
      <p:sp>
        <p:nvSpPr>
          <p:cNvPr id="421" name="Google Shape;421;p21"/>
          <p:cNvSpPr txBox="1"/>
          <p:nvPr>
            <p:ph idx="6" type="subTitle"/>
          </p:nvPr>
        </p:nvSpPr>
        <p:spPr>
          <a:xfrm>
            <a:off x="5871438" y="3820050"/>
            <a:ext cx="22383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500"/>
              <a:buNone/>
              <a:defRPr sz="1500"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500"/>
              <a:buNone/>
              <a:defRPr sz="1500"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500"/>
              <a:buNone/>
              <a:defRPr sz="1500"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500"/>
              <a:buNone/>
              <a:defRPr sz="1500"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500"/>
              <a:buNone/>
              <a:defRPr sz="1500"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500"/>
              <a:buNone/>
              <a:defRPr sz="1500"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500"/>
              <a:buNone/>
              <a:defRPr sz="1500"/>
            </a:lvl9pPr>
          </a:lstStyle>
          <a:p/>
        </p:txBody>
      </p:sp>
      <p:sp>
        <p:nvSpPr>
          <p:cNvPr id="422" name="Google Shape;422;p21"/>
          <p:cNvSpPr txBox="1"/>
          <p:nvPr>
            <p:ph hasCustomPrompt="1" idx="7" type="title"/>
          </p:nvPr>
        </p:nvSpPr>
        <p:spPr>
          <a:xfrm>
            <a:off x="1421325" y="1983400"/>
            <a:ext cx="1464300" cy="58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t>xx%</a:t>
            </a:r>
          </a:p>
        </p:txBody>
      </p:sp>
      <p:sp>
        <p:nvSpPr>
          <p:cNvPr id="423" name="Google Shape;423;p21"/>
          <p:cNvSpPr txBox="1"/>
          <p:nvPr>
            <p:ph hasCustomPrompt="1" idx="8" type="title"/>
          </p:nvPr>
        </p:nvSpPr>
        <p:spPr>
          <a:xfrm>
            <a:off x="3839750" y="1983400"/>
            <a:ext cx="1464300" cy="58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t>xx%</a:t>
            </a:r>
          </a:p>
        </p:txBody>
      </p:sp>
      <p:sp>
        <p:nvSpPr>
          <p:cNvPr id="424" name="Google Shape;424;p21"/>
          <p:cNvSpPr txBox="1"/>
          <p:nvPr>
            <p:ph hasCustomPrompt="1" idx="9" type="title"/>
          </p:nvPr>
        </p:nvSpPr>
        <p:spPr>
          <a:xfrm>
            <a:off x="6258175" y="1983400"/>
            <a:ext cx="1464600" cy="58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CUSTOM_1"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6" name="Google Shape;426;p22"/>
          <p:cNvGrpSpPr/>
          <p:nvPr/>
        </p:nvGrpSpPr>
        <p:grpSpPr>
          <a:xfrm>
            <a:off x="69150" y="137187"/>
            <a:ext cx="9031450" cy="282372"/>
            <a:chOff x="69150" y="137187"/>
            <a:chExt cx="9031450" cy="282372"/>
          </a:xfrm>
        </p:grpSpPr>
        <p:cxnSp>
          <p:nvCxnSpPr>
            <p:cNvPr id="427" name="Google Shape;427;p22"/>
            <p:cNvCxnSpPr/>
            <p:nvPr/>
          </p:nvCxnSpPr>
          <p:spPr>
            <a:xfrm>
              <a:off x="78700" y="278373"/>
              <a:ext cx="9021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28" name="Google Shape;428;p22"/>
            <p:cNvCxnSpPr/>
            <p:nvPr/>
          </p:nvCxnSpPr>
          <p:spPr>
            <a:xfrm>
              <a:off x="69150" y="207780"/>
              <a:ext cx="9021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29" name="Google Shape;429;p22"/>
            <p:cNvCxnSpPr/>
            <p:nvPr/>
          </p:nvCxnSpPr>
          <p:spPr>
            <a:xfrm>
              <a:off x="73925" y="137187"/>
              <a:ext cx="9021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30" name="Google Shape;430;p22"/>
            <p:cNvCxnSpPr/>
            <p:nvPr/>
          </p:nvCxnSpPr>
          <p:spPr>
            <a:xfrm>
              <a:off x="78700" y="419559"/>
              <a:ext cx="9021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31" name="Google Shape;431;p22"/>
            <p:cNvCxnSpPr/>
            <p:nvPr/>
          </p:nvCxnSpPr>
          <p:spPr>
            <a:xfrm>
              <a:off x="78700" y="348966"/>
              <a:ext cx="9021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432" name="Google Shape;432;p22"/>
          <p:cNvSpPr/>
          <p:nvPr/>
        </p:nvSpPr>
        <p:spPr>
          <a:xfrm>
            <a:off x="70625" y="64225"/>
            <a:ext cx="9028500" cy="5028000"/>
          </a:xfrm>
          <a:prstGeom prst="roundRect">
            <a:avLst>
              <a:gd fmla="val 2044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33" name="Google Shape;433;p22"/>
          <p:cNvGrpSpPr/>
          <p:nvPr/>
        </p:nvGrpSpPr>
        <p:grpSpPr>
          <a:xfrm>
            <a:off x="234375" y="117804"/>
            <a:ext cx="256800" cy="256800"/>
            <a:chOff x="234375" y="110636"/>
            <a:chExt cx="256800" cy="256800"/>
          </a:xfrm>
        </p:grpSpPr>
        <p:sp>
          <p:nvSpPr>
            <p:cNvPr id="434" name="Google Shape;434;p22"/>
            <p:cNvSpPr/>
            <p:nvPr/>
          </p:nvSpPr>
          <p:spPr>
            <a:xfrm>
              <a:off x="234375" y="110636"/>
              <a:ext cx="256800" cy="2568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5" name="Google Shape;435;p22"/>
            <p:cNvSpPr/>
            <p:nvPr/>
          </p:nvSpPr>
          <p:spPr>
            <a:xfrm>
              <a:off x="234375" y="110636"/>
              <a:ext cx="256800" cy="256800"/>
            </a:xfrm>
            <a:prstGeom prst="mathMultiply">
              <a:avLst>
                <a:gd fmla="val 23520" name="adj1"/>
              </a:avLst>
            </a:prstGeom>
            <a:solidFill>
              <a:schemeClr val="l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436" name="Google Shape;436;p22"/>
          <p:cNvCxnSpPr/>
          <p:nvPr/>
        </p:nvCxnSpPr>
        <p:spPr>
          <a:xfrm>
            <a:off x="73925" y="5008650"/>
            <a:ext cx="9021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437" name="Google Shape;437;p22"/>
          <p:cNvGrpSpPr/>
          <p:nvPr/>
        </p:nvGrpSpPr>
        <p:grpSpPr>
          <a:xfrm>
            <a:off x="6760300" y="117804"/>
            <a:ext cx="2161200" cy="256800"/>
            <a:chOff x="6760300" y="96350"/>
            <a:chExt cx="2161200" cy="256800"/>
          </a:xfrm>
        </p:grpSpPr>
        <p:sp>
          <p:nvSpPr>
            <p:cNvPr id="438" name="Google Shape;438;p22"/>
            <p:cNvSpPr/>
            <p:nvPr/>
          </p:nvSpPr>
          <p:spPr>
            <a:xfrm>
              <a:off x="6760300" y="96350"/>
              <a:ext cx="2161200" cy="2568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39" name="Google Shape;439;p22"/>
            <p:cNvGrpSpPr/>
            <p:nvPr/>
          </p:nvGrpSpPr>
          <p:grpSpPr>
            <a:xfrm>
              <a:off x="8683881" y="115948"/>
              <a:ext cx="159362" cy="217605"/>
              <a:chOff x="2025348" y="3145361"/>
              <a:chExt cx="406327" cy="554831"/>
            </a:xfrm>
          </p:grpSpPr>
          <p:sp>
            <p:nvSpPr>
              <p:cNvPr id="440" name="Google Shape;440;p22"/>
              <p:cNvSpPr/>
              <p:nvPr/>
            </p:nvSpPr>
            <p:spPr>
              <a:xfrm>
                <a:off x="2173889" y="3589660"/>
                <a:ext cx="184122" cy="110532"/>
              </a:xfrm>
              <a:custGeom>
                <a:rect b="b" l="l" r="r" t="t"/>
                <a:pathLst>
                  <a:path extrusionOk="0" h="3004" w="5004">
                    <a:moveTo>
                      <a:pt x="1001" y="1"/>
                    </a:moveTo>
                    <a:lnTo>
                      <a:pt x="1001" y="1002"/>
                    </a:lnTo>
                    <a:lnTo>
                      <a:pt x="0" y="1002"/>
                    </a:lnTo>
                    <a:lnTo>
                      <a:pt x="0" y="2002"/>
                    </a:lnTo>
                    <a:lnTo>
                      <a:pt x="1001" y="2002"/>
                    </a:lnTo>
                    <a:lnTo>
                      <a:pt x="1001" y="3003"/>
                    </a:lnTo>
                    <a:lnTo>
                      <a:pt x="4003" y="3003"/>
                    </a:lnTo>
                    <a:lnTo>
                      <a:pt x="4003" y="2002"/>
                    </a:lnTo>
                    <a:lnTo>
                      <a:pt x="5004" y="2002"/>
                    </a:lnTo>
                    <a:lnTo>
                      <a:pt x="5004" y="1002"/>
                    </a:lnTo>
                    <a:lnTo>
                      <a:pt x="4003" y="1002"/>
                    </a:lnTo>
                    <a:lnTo>
                      <a:pt x="400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1" name="Google Shape;441;p22"/>
              <p:cNvSpPr/>
              <p:nvPr/>
            </p:nvSpPr>
            <p:spPr>
              <a:xfrm>
                <a:off x="2025348" y="3145361"/>
                <a:ext cx="406327" cy="406290"/>
              </a:xfrm>
              <a:custGeom>
                <a:rect b="b" l="l" r="r" t="t"/>
                <a:pathLst>
                  <a:path extrusionOk="0" h="11042" w="11043">
                    <a:moveTo>
                      <a:pt x="3003" y="1"/>
                    </a:moveTo>
                    <a:lnTo>
                      <a:pt x="3003" y="1001"/>
                    </a:lnTo>
                    <a:lnTo>
                      <a:pt x="1002" y="1001"/>
                    </a:lnTo>
                    <a:lnTo>
                      <a:pt x="1002" y="2002"/>
                    </a:lnTo>
                    <a:lnTo>
                      <a:pt x="1" y="2002"/>
                    </a:lnTo>
                    <a:lnTo>
                      <a:pt x="1" y="3003"/>
                    </a:lnTo>
                    <a:lnTo>
                      <a:pt x="1" y="4037"/>
                    </a:lnTo>
                    <a:lnTo>
                      <a:pt x="1" y="5038"/>
                    </a:lnTo>
                    <a:lnTo>
                      <a:pt x="1" y="6038"/>
                    </a:lnTo>
                    <a:lnTo>
                      <a:pt x="3003" y="6038"/>
                    </a:lnTo>
                    <a:lnTo>
                      <a:pt x="3003" y="5038"/>
                    </a:lnTo>
                    <a:lnTo>
                      <a:pt x="3003" y="4037"/>
                    </a:lnTo>
                    <a:lnTo>
                      <a:pt x="3003" y="3003"/>
                    </a:lnTo>
                    <a:lnTo>
                      <a:pt x="3003" y="2002"/>
                    </a:lnTo>
                    <a:lnTo>
                      <a:pt x="4037" y="2002"/>
                    </a:lnTo>
                    <a:lnTo>
                      <a:pt x="4037" y="1001"/>
                    </a:lnTo>
                    <a:lnTo>
                      <a:pt x="7039" y="1001"/>
                    </a:lnTo>
                    <a:lnTo>
                      <a:pt x="7039" y="2002"/>
                    </a:lnTo>
                    <a:lnTo>
                      <a:pt x="8040" y="2002"/>
                    </a:lnTo>
                    <a:lnTo>
                      <a:pt x="8040" y="3003"/>
                    </a:lnTo>
                    <a:lnTo>
                      <a:pt x="8040" y="4037"/>
                    </a:lnTo>
                    <a:lnTo>
                      <a:pt x="8040" y="5038"/>
                    </a:lnTo>
                    <a:lnTo>
                      <a:pt x="8040" y="6038"/>
                    </a:lnTo>
                    <a:lnTo>
                      <a:pt x="7039" y="6038"/>
                    </a:lnTo>
                    <a:lnTo>
                      <a:pt x="7039" y="7039"/>
                    </a:lnTo>
                    <a:lnTo>
                      <a:pt x="6038" y="7039"/>
                    </a:lnTo>
                    <a:lnTo>
                      <a:pt x="6038" y="8040"/>
                    </a:lnTo>
                    <a:lnTo>
                      <a:pt x="5038" y="8040"/>
                    </a:lnTo>
                    <a:lnTo>
                      <a:pt x="5038" y="9040"/>
                    </a:lnTo>
                    <a:lnTo>
                      <a:pt x="5038" y="10041"/>
                    </a:lnTo>
                    <a:lnTo>
                      <a:pt x="5038" y="11042"/>
                    </a:lnTo>
                    <a:lnTo>
                      <a:pt x="8040" y="11042"/>
                    </a:lnTo>
                    <a:lnTo>
                      <a:pt x="8040" y="10041"/>
                    </a:lnTo>
                    <a:lnTo>
                      <a:pt x="8040" y="9040"/>
                    </a:lnTo>
                    <a:lnTo>
                      <a:pt x="8040" y="8040"/>
                    </a:lnTo>
                    <a:lnTo>
                      <a:pt x="9041" y="8040"/>
                    </a:lnTo>
                    <a:lnTo>
                      <a:pt x="9041" y="7039"/>
                    </a:lnTo>
                    <a:lnTo>
                      <a:pt x="10041" y="7039"/>
                    </a:lnTo>
                    <a:lnTo>
                      <a:pt x="10041" y="6038"/>
                    </a:lnTo>
                    <a:lnTo>
                      <a:pt x="11042" y="6038"/>
                    </a:lnTo>
                    <a:lnTo>
                      <a:pt x="11042" y="5038"/>
                    </a:lnTo>
                    <a:lnTo>
                      <a:pt x="11042" y="4037"/>
                    </a:lnTo>
                    <a:lnTo>
                      <a:pt x="11042" y="3003"/>
                    </a:lnTo>
                    <a:lnTo>
                      <a:pt x="11042" y="2002"/>
                    </a:lnTo>
                    <a:lnTo>
                      <a:pt x="10041" y="2002"/>
                    </a:lnTo>
                    <a:lnTo>
                      <a:pt x="10041" y="1001"/>
                    </a:lnTo>
                    <a:lnTo>
                      <a:pt x="8040" y="1001"/>
                    </a:lnTo>
                    <a:lnTo>
                      <a:pt x="804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442" name="Google Shape;442;p22"/>
          <p:cNvSpPr txBox="1"/>
          <p:nvPr>
            <p:ph type="title"/>
          </p:nvPr>
        </p:nvSpPr>
        <p:spPr>
          <a:xfrm>
            <a:off x="715100" y="2371250"/>
            <a:ext cx="53265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43" name="Google Shape;443;p22"/>
          <p:cNvSpPr txBox="1"/>
          <p:nvPr>
            <p:ph hasCustomPrompt="1" idx="2" type="title"/>
          </p:nvPr>
        </p:nvSpPr>
        <p:spPr>
          <a:xfrm>
            <a:off x="715100" y="1300850"/>
            <a:ext cx="31509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444" name="Google Shape;444;p22"/>
          <p:cNvSpPr txBox="1"/>
          <p:nvPr>
            <p:ph idx="1" type="subTitle"/>
          </p:nvPr>
        </p:nvSpPr>
        <p:spPr>
          <a:xfrm>
            <a:off x="715100" y="3545975"/>
            <a:ext cx="5326500" cy="30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2">
  <p:cSld name="CUSTOM_2"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6" name="Google Shape;446;p23"/>
          <p:cNvGrpSpPr/>
          <p:nvPr/>
        </p:nvGrpSpPr>
        <p:grpSpPr>
          <a:xfrm>
            <a:off x="69150" y="137187"/>
            <a:ext cx="9031450" cy="282372"/>
            <a:chOff x="69150" y="137187"/>
            <a:chExt cx="9031450" cy="282372"/>
          </a:xfrm>
        </p:grpSpPr>
        <p:cxnSp>
          <p:nvCxnSpPr>
            <p:cNvPr id="447" name="Google Shape;447;p23"/>
            <p:cNvCxnSpPr/>
            <p:nvPr/>
          </p:nvCxnSpPr>
          <p:spPr>
            <a:xfrm>
              <a:off x="78700" y="278373"/>
              <a:ext cx="9021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48" name="Google Shape;448;p23"/>
            <p:cNvCxnSpPr/>
            <p:nvPr/>
          </p:nvCxnSpPr>
          <p:spPr>
            <a:xfrm>
              <a:off x="69150" y="207780"/>
              <a:ext cx="9021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49" name="Google Shape;449;p23"/>
            <p:cNvCxnSpPr/>
            <p:nvPr/>
          </p:nvCxnSpPr>
          <p:spPr>
            <a:xfrm>
              <a:off x="73925" y="137187"/>
              <a:ext cx="9021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50" name="Google Shape;450;p23"/>
            <p:cNvCxnSpPr/>
            <p:nvPr/>
          </p:nvCxnSpPr>
          <p:spPr>
            <a:xfrm>
              <a:off x="78700" y="419559"/>
              <a:ext cx="9021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51" name="Google Shape;451;p23"/>
            <p:cNvCxnSpPr/>
            <p:nvPr/>
          </p:nvCxnSpPr>
          <p:spPr>
            <a:xfrm>
              <a:off x="78700" y="348966"/>
              <a:ext cx="9021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452" name="Google Shape;452;p23"/>
          <p:cNvSpPr/>
          <p:nvPr/>
        </p:nvSpPr>
        <p:spPr>
          <a:xfrm>
            <a:off x="70625" y="64225"/>
            <a:ext cx="9028500" cy="5028000"/>
          </a:xfrm>
          <a:prstGeom prst="roundRect">
            <a:avLst>
              <a:gd fmla="val 2044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53" name="Google Shape;453;p23"/>
          <p:cNvGrpSpPr/>
          <p:nvPr/>
        </p:nvGrpSpPr>
        <p:grpSpPr>
          <a:xfrm>
            <a:off x="234375" y="117804"/>
            <a:ext cx="256800" cy="256800"/>
            <a:chOff x="234375" y="110636"/>
            <a:chExt cx="256800" cy="256800"/>
          </a:xfrm>
        </p:grpSpPr>
        <p:sp>
          <p:nvSpPr>
            <p:cNvPr id="454" name="Google Shape;454;p23"/>
            <p:cNvSpPr/>
            <p:nvPr/>
          </p:nvSpPr>
          <p:spPr>
            <a:xfrm>
              <a:off x="234375" y="110636"/>
              <a:ext cx="256800" cy="2568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5" name="Google Shape;455;p23"/>
            <p:cNvSpPr/>
            <p:nvPr/>
          </p:nvSpPr>
          <p:spPr>
            <a:xfrm>
              <a:off x="234375" y="110636"/>
              <a:ext cx="256800" cy="256800"/>
            </a:xfrm>
            <a:prstGeom prst="mathMultiply">
              <a:avLst>
                <a:gd fmla="val 23520" name="adj1"/>
              </a:avLst>
            </a:prstGeom>
            <a:solidFill>
              <a:schemeClr val="l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456" name="Google Shape;456;p23"/>
          <p:cNvCxnSpPr/>
          <p:nvPr/>
        </p:nvCxnSpPr>
        <p:spPr>
          <a:xfrm>
            <a:off x="73925" y="5008650"/>
            <a:ext cx="9021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457" name="Google Shape;457;p23"/>
          <p:cNvGrpSpPr/>
          <p:nvPr/>
        </p:nvGrpSpPr>
        <p:grpSpPr>
          <a:xfrm>
            <a:off x="6760300" y="117804"/>
            <a:ext cx="2161200" cy="256800"/>
            <a:chOff x="6760300" y="96350"/>
            <a:chExt cx="2161200" cy="256800"/>
          </a:xfrm>
        </p:grpSpPr>
        <p:sp>
          <p:nvSpPr>
            <p:cNvPr id="458" name="Google Shape;458;p23"/>
            <p:cNvSpPr/>
            <p:nvPr/>
          </p:nvSpPr>
          <p:spPr>
            <a:xfrm>
              <a:off x="6760300" y="96350"/>
              <a:ext cx="2161200" cy="2568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59" name="Google Shape;459;p23"/>
            <p:cNvGrpSpPr/>
            <p:nvPr/>
          </p:nvGrpSpPr>
          <p:grpSpPr>
            <a:xfrm>
              <a:off x="8683881" y="115948"/>
              <a:ext cx="159362" cy="217605"/>
              <a:chOff x="2025348" y="3145361"/>
              <a:chExt cx="406327" cy="554831"/>
            </a:xfrm>
          </p:grpSpPr>
          <p:sp>
            <p:nvSpPr>
              <p:cNvPr id="460" name="Google Shape;460;p23"/>
              <p:cNvSpPr/>
              <p:nvPr/>
            </p:nvSpPr>
            <p:spPr>
              <a:xfrm>
                <a:off x="2173889" y="3589660"/>
                <a:ext cx="184122" cy="110532"/>
              </a:xfrm>
              <a:custGeom>
                <a:rect b="b" l="l" r="r" t="t"/>
                <a:pathLst>
                  <a:path extrusionOk="0" h="3004" w="5004">
                    <a:moveTo>
                      <a:pt x="1001" y="1"/>
                    </a:moveTo>
                    <a:lnTo>
                      <a:pt x="1001" y="1002"/>
                    </a:lnTo>
                    <a:lnTo>
                      <a:pt x="0" y="1002"/>
                    </a:lnTo>
                    <a:lnTo>
                      <a:pt x="0" y="2002"/>
                    </a:lnTo>
                    <a:lnTo>
                      <a:pt x="1001" y="2002"/>
                    </a:lnTo>
                    <a:lnTo>
                      <a:pt x="1001" y="3003"/>
                    </a:lnTo>
                    <a:lnTo>
                      <a:pt x="4003" y="3003"/>
                    </a:lnTo>
                    <a:lnTo>
                      <a:pt x="4003" y="2002"/>
                    </a:lnTo>
                    <a:lnTo>
                      <a:pt x="5004" y="2002"/>
                    </a:lnTo>
                    <a:lnTo>
                      <a:pt x="5004" y="1002"/>
                    </a:lnTo>
                    <a:lnTo>
                      <a:pt x="4003" y="1002"/>
                    </a:lnTo>
                    <a:lnTo>
                      <a:pt x="400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1" name="Google Shape;461;p23"/>
              <p:cNvSpPr/>
              <p:nvPr/>
            </p:nvSpPr>
            <p:spPr>
              <a:xfrm>
                <a:off x="2025348" y="3145361"/>
                <a:ext cx="406327" cy="406290"/>
              </a:xfrm>
              <a:custGeom>
                <a:rect b="b" l="l" r="r" t="t"/>
                <a:pathLst>
                  <a:path extrusionOk="0" h="11042" w="11043">
                    <a:moveTo>
                      <a:pt x="3003" y="1"/>
                    </a:moveTo>
                    <a:lnTo>
                      <a:pt x="3003" y="1001"/>
                    </a:lnTo>
                    <a:lnTo>
                      <a:pt x="1002" y="1001"/>
                    </a:lnTo>
                    <a:lnTo>
                      <a:pt x="1002" y="2002"/>
                    </a:lnTo>
                    <a:lnTo>
                      <a:pt x="1" y="2002"/>
                    </a:lnTo>
                    <a:lnTo>
                      <a:pt x="1" y="3003"/>
                    </a:lnTo>
                    <a:lnTo>
                      <a:pt x="1" y="4037"/>
                    </a:lnTo>
                    <a:lnTo>
                      <a:pt x="1" y="5038"/>
                    </a:lnTo>
                    <a:lnTo>
                      <a:pt x="1" y="6038"/>
                    </a:lnTo>
                    <a:lnTo>
                      <a:pt x="3003" y="6038"/>
                    </a:lnTo>
                    <a:lnTo>
                      <a:pt x="3003" y="5038"/>
                    </a:lnTo>
                    <a:lnTo>
                      <a:pt x="3003" y="4037"/>
                    </a:lnTo>
                    <a:lnTo>
                      <a:pt x="3003" y="3003"/>
                    </a:lnTo>
                    <a:lnTo>
                      <a:pt x="3003" y="2002"/>
                    </a:lnTo>
                    <a:lnTo>
                      <a:pt x="4037" y="2002"/>
                    </a:lnTo>
                    <a:lnTo>
                      <a:pt x="4037" y="1001"/>
                    </a:lnTo>
                    <a:lnTo>
                      <a:pt x="7039" y="1001"/>
                    </a:lnTo>
                    <a:lnTo>
                      <a:pt x="7039" y="2002"/>
                    </a:lnTo>
                    <a:lnTo>
                      <a:pt x="8040" y="2002"/>
                    </a:lnTo>
                    <a:lnTo>
                      <a:pt x="8040" y="3003"/>
                    </a:lnTo>
                    <a:lnTo>
                      <a:pt x="8040" y="4037"/>
                    </a:lnTo>
                    <a:lnTo>
                      <a:pt x="8040" y="5038"/>
                    </a:lnTo>
                    <a:lnTo>
                      <a:pt x="8040" y="6038"/>
                    </a:lnTo>
                    <a:lnTo>
                      <a:pt x="7039" y="6038"/>
                    </a:lnTo>
                    <a:lnTo>
                      <a:pt x="7039" y="7039"/>
                    </a:lnTo>
                    <a:lnTo>
                      <a:pt x="6038" y="7039"/>
                    </a:lnTo>
                    <a:lnTo>
                      <a:pt x="6038" y="8040"/>
                    </a:lnTo>
                    <a:lnTo>
                      <a:pt x="5038" y="8040"/>
                    </a:lnTo>
                    <a:lnTo>
                      <a:pt x="5038" y="9040"/>
                    </a:lnTo>
                    <a:lnTo>
                      <a:pt x="5038" y="10041"/>
                    </a:lnTo>
                    <a:lnTo>
                      <a:pt x="5038" y="11042"/>
                    </a:lnTo>
                    <a:lnTo>
                      <a:pt x="8040" y="11042"/>
                    </a:lnTo>
                    <a:lnTo>
                      <a:pt x="8040" y="10041"/>
                    </a:lnTo>
                    <a:lnTo>
                      <a:pt x="8040" y="9040"/>
                    </a:lnTo>
                    <a:lnTo>
                      <a:pt x="8040" y="8040"/>
                    </a:lnTo>
                    <a:lnTo>
                      <a:pt x="9041" y="8040"/>
                    </a:lnTo>
                    <a:lnTo>
                      <a:pt x="9041" y="7039"/>
                    </a:lnTo>
                    <a:lnTo>
                      <a:pt x="10041" y="7039"/>
                    </a:lnTo>
                    <a:lnTo>
                      <a:pt x="10041" y="6038"/>
                    </a:lnTo>
                    <a:lnTo>
                      <a:pt x="11042" y="6038"/>
                    </a:lnTo>
                    <a:lnTo>
                      <a:pt x="11042" y="5038"/>
                    </a:lnTo>
                    <a:lnTo>
                      <a:pt x="11042" y="4037"/>
                    </a:lnTo>
                    <a:lnTo>
                      <a:pt x="11042" y="3003"/>
                    </a:lnTo>
                    <a:lnTo>
                      <a:pt x="11042" y="2002"/>
                    </a:lnTo>
                    <a:lnTo>
                      <a:pt x="10041" y="2002"/>
                    </a:lnTo>
                    <a:lnTo>
                      <a:pt x="10041" y="1001"/>
                    </a:lnTo>
                    <a:lnTo>
                      <a:pt x="8040" y="1001"/>
                    </a:lnTo>
                    <a:lnTo>
                      <a:pt x="804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462" name="Google Shape;462;p23"/>
          <p:cNvSpPr txBox="1"/>
          <p:nvPr>
            <p:ph type="title"/>
          </p:nvPr>
        </p:nvSpPr>
        <p:spPr>
          <a:xfrm>
            <a:off x="1772850" y="2364800"/>
            <a:ext cx="66561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63" name="Google Shape;463;p23"/>
          <p:cNvSpPr txBox="1"/>
          <p:nvPr>
            <p:ph hasCustomPrompt="1" idx="2" type="title"/>
          </p:nvPr>
        </p:nvSpPr>
        <p:spPr>
          <a:xfrm>
            <a:off x="5278000" y="1294388"/>
            <a:ext cx="31509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464" name="Google Shape;464;p23"/>
          <p:cNvSpPr txBox="1"/>
          <p:nvPr>
            <p:ph idx="1" type="subTitle"/>
          </p:nvPr>
        </p:nvSpPr>
        <p:spPr>
          <a:xfrm>
            <a:off x="1772775" y="3539525"/>
            <a:ext cx="6656100" cy="30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CUSTOM_7"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24"/>
          <p:cNvSpPr txBox="1"/>
          <p:nvPr>
            <p:ph idx="1" type="subTitle"/>
          </p:nvPr>
        </p:nvSpPr>
        <p:spPr>
          <a:xfrm>
            <a:off x="717400" y="2106200"/>
            <a:ext cx="3785700" cy="2101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1pPr>
            <a:lvl2pPr lvl="1" rtl="0">
              <a:spcBef>
                <a:spcPts val="1000"/>
              </a:spcBef>
              <a:spcAft>
                <a:spcPts val="0"/>
              </a:spcAft>
              <a:buSzPts val="1500"/>
              <a:buChar char="○"/>
              <a:defRPr sz="1500"/>
            </a:lvl2pPr>
            <a:lvl3pPr lvl="2" rtl="0">
              <a:spcBef>
                <a:spcPts val="1600"/>
              </a:spcBef>
              <a:spcAft>
                <a:spcPts val="0"/>
              </a:spcAft>
              <a:buSzPts val="1500"/>
              <a:buChar char="■"/>
              <a:defRPr sz="1500"/>
            </a:lvl3pPr>
            <a:lvl4pPr lvl="3" rtl="0">
              <a:spcBef>
                <a:spcPts val="1600"/>
              </a:spcBef>
              <a:spcAft>
                <a:spcPts val="0"/>
              </a:spcAft>
              <a:buSzPts val="1500"/>
              <a:buChar char="●"/>
              <a:defRPr sz="1500"/>
            </a:lvl4pPr>
            <a:lvl5pPr lvl="4" rtl="0">
              <a:spcBef>
                <a:spcPts val="1600"/>
              </a:spcBef>
              <a:spcAft>
                <a:spcPts val="0"/>
              </a:spcAft>
              <a:buSzPts val="1500"/>
              <a:buChar char="○"/>
              <a:defRPr sz="1500"/>
            </a:lvl5pPr>
            <a:lvl6pPr lvl="5" rtl="0">
              <a:spcBef>
                <a:spcPts val="1600"/>
              </a:spcBef>
              <a:spcAft>
                <a:spcPts val="0"/>
              </a:spcAft>
              <a:buSzPts val="1500"/>
              <a:buChar char="■"/>
              <a:defRPr sz="1500"/>
            </a:lvl6pPr>
            <a:lvl7pPr lvl="6" rtl="0">
              <a:spcBef>
                <a:spcPts val="1600"/>
              </a:spcBef>
              <a:spcAft>
                <a:spcPts val="0"/>
              </a:spcAft>
              <a:buSzPts val="1500"/>
              <a:buChar char="●"/>
              <a:defRPr sz="1500"/>
            </a:lvl7pPr>
            <a:lvl8pPr lvl="7" rtl="0">
              <a:spcBef>
                <a:spcPts val="1600"/>
              </a:spcBef>
              <a:spcAft>
                <a:spcPts val="0"/>
              </a:spcAft>
              <a:buSzPts val="1500"/>
              <a:buChar char="○"/>
              <a:defRPr sz="1500"/>
            </a:lvl8pPr>
            <a:lvl9pPr lvl="8" rtl="0">
              <a:spcBef>
                <a:spcPts val="1600"/>
              </a:spcBef>
              <a:spcAft>
                <a:spcPts val="1600"/>
              </a:spcAft>
              <a:buSzPts val="1500"/>
              <a:buChar char="■"/>
              <a:defRPr sz="1500"/>
            </a:lvl9pPr>
          </a:lstStyle>
          <a:p/>
        </p:txBody>
      </p:sp>
      <p:sp>
        <p:nvSpPr>
          <p:cNvPr id="467" name="Google Shape;467;p24"/>
          <p:cNvSpPr txBox="1"/>
          <p:nvPr>
            <p:ph idx="2" type="subTitle"/>
          </p:nvPr>
        </p:nvSpPr>
        <p:spPr>
          <a:xfrm>
            <a:off x="4644900" y="2106200"/>
            <a:ext cx="3785700" cy="2101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1pPr>
            <a:lvl2pPr lvl="1" rtl="0">
              <a:spcBef>
                <a:spcPts val="1000"/>
              </a:spcBef>
              <a:spcAft>
                <a:spcPts val="0"/>
              </a:spcAft>
              <a:buSzPts val="1500"/>
              <a:buChar char="○"/>
              <a:defRPr sz="1500"/>
            </a:lvl2pPr>
            <a:lvl3pPr lvl="2" rtl="0">
              <a:spcBef>
                <a:spcPts val="1600"/>
              </a:spcBef>
              <a:spcAft>
                <a:spcPts val="0"/>
              </a:spcAft>
              <a:buSzPts val="1500"/>
              <a:buChar char="■"/>
              <a:defRPr sz="1500"/>
            </a:lvl3pPr>
            <a:lvl4pPr lvl="3" rtl="0">
              <a:spcBef>
                <a:spcPts val="1600"/>
              </a:spcBef>
              <a:spcAft>
                <a:spcPts val="0"/>
              </a:spcAft>
              <a:buSzPts val="1500"/>
              <a:buChar char="●"/>
              <a:defRPr sz="1500"/>
            </a:lvl4pPr>
            <a:lvl5pPr lvl="4" rtl="0">
              <a:spcBef>
                <a:spcPts val="1600"/>
              </a:spcBef>
              <a:spcAft>
                <a:spcPts val="0"/>
              </a:spcAft>
              <a:buSzPts val="1500"/>
              <a:buChar char="○"/>
              <a:defRPr sz="1500"/>
            </a:lvl5pPr>
            <a:lvl6pPr lvl="5" rtl="0">
              <a:spcBef>
                <a:spcPts val="1600"/>
              </a:spcBef>
              <a:spcAft>
                <a:spcPts val="0"/>
              </a:spcAft>
              <a:buSzPts val="1500"/>
              <a:buChar char="■"/>
              <a:defRPr sz="1500"/>
            </a:lvl6pPr>
            <a:lvl7pPr lvl="6" rtl="0">
              <a:spcBef>
                <a:spcPts val="1600"/>
              </a:spcBef>
              <a:spcAft>
                <a:spcPts val="0"/>
              </a:spcAft>
              <a:buSzPts val="1500"/>
              <a:buChar char="●"/>
              <a:defRPr sz="1500"/>
            </a:lvl7pPr>
            <a:lvl8pPr lvl="7" rtl="0">
              <a:spcBef>
                <a:spcPts val="1600"/>
              </a:spcBef>
              <a:spcAft>
                <a:spcPts val="0"/>
              </a:spcAft>
              <a:buSzPts val="1500"/>
              <a:buChar char="○"/>
              <a:defRPr sz="1500"/>
            </a:lvl8pPr>
            <a:lvl9pPr lvl="8" rtl="0">
              <a:spcBef>
                <a:spcPts val="1600"/>
              </a:spcBef>
              <a:spcAft>
                <a:spcPts val="1600"/>
              </a:spcAft>
              <a:buSzPts val="1500"/>
              <a:buChar char="■"/>
              <a:defRPr sz="1500"/>
            </a:lvl9pPr>
          </a:lstStyle>
          <a:p/>
        </p:txBody>
      </p:sp>
      <p:grpSp>
        <p:nvGrpSpPr>
          <p:cNvPr id="468" name="Google Shape;468;p24"/>
          <p:cNvGrpSpPr/>
          <p:nvPr/>
        </p:nvGrpSpPr>
        <p:grpSpPr>
          <a:xfrm>
            <a:off x="69150" y="137187"/>
            <a:ext cx="9031450" cy="282372"/>
            <a:chOff x="69150" y="137187"/>
            <a:chExt cx="9031450" cy="282372"/>
          </a:xfrm>
        </p:grpSpPr>
        <p:cxnSp>
          <p:nvCxnSpPr>
            <p:cNvPr id="469" name="Google Shape;469;p24"/>
            <p:cNvCxnSpPr/>
            <p:nvPr/>
          </p:nvCxnSpPr>
          <p:spPr>
            <a:xfrm>
              <a:off x="78700" y="278373"/>
              <a:ext cx="9021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70" name="Google Shape;470;p24"/>
            <p:cNvCxnSpPr/>
            <p:nvPr/>
          </p:nvCxnSpPr>
          <p:spPr>
            <a:xfrm>
              <a:off x="69150" y="207780"/>
              <a:ext cx="9021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71" name="Google Shape;471;p24"/>
            <p:cNvCxnSpPr/>
            <p:nvPr/>
          </p:nvCxnSpPr>
          <p:spPr>
            <a:xfrm>
              <a:off x="73925" y="137187"/>
              <a:ext cx="9021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72" name="Google Shape;472;p24"/>
            <p:cNvCxnSpPr/>
            <p:nvPr/>
          </p:nvCxnSpPr>
          <p:spPr>
            <a:xfrm>
              <a:off x="78700" y="419559"/>
              <a:ext cx="9021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73" name="Google Shape;473;p24"/>
            <p:cNvCxnSpPr/>
            <p:nvPr/>
          </p:nvCxnSpPr>
          <p:spPr>
            <a:xfrm>
              <a:off x="78700" y="348966"/>
              <a:ext cx="9021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474" name="Google Shape;474;p24"/>
          <p:cNvSpPr/>
          <p:nvPr/>
        </p:nvSpPr>
        <p:spPr>
          <a:xfrm>
            <a:off x="70625" y="64225"/>
            <a:ext cx="9028500" cy="5028000"/>
          </a:xfrm>
          <a:prstGeom prst="roundRect">
            <a:avLst>
              <a:gd fmla="val 2044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75" name="Google Shape;475;p24"/>
          <p:cNvGrpSpPr/>
          <p:nvPr/>
        </p:nvGrpSpPr>
        <p:grpSpPr>
          <a:xfrm>
            <a:off x="234375" y="117804"/>
            <a:ext cx="256800" cy="256800"/>
            <a:chOff x="234375" y="110636"/>
            <a:chExt cx="256800" cy="256800"/>
          </a:xfrm>
        </p:grpSpPr>
        <p:sp>
          <p:nvSpPr>
            <p:cNvPr id="476" name="Google Shape;476;p24"/>
            <p:cNvSpPr/>
            <p:nvPr/>
          </p:nvSpPr>
          <p:spPr>
            <a:xfrm>
              <a:off x="234375" y="110636"/>
              <a:ext cx="256800" cy="2568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7" name="Google Shape;477;p24"/>
            <p:cNvSpPr/>
            <p:nvPr/>
          </p:nvSpPr>
          <p:spPr>
            <a:xfrm>
              <a:off x="234375" y="110636"/>
              <a:ext cx="256800" cy="256800"/>
            </a:xfrm>
            <a:prstGeom prst="mathMultiply">
              <a:avLst>
                <a:gd fmla="val 23520" name="adj1"/>
              </a:avLst>
            </a:prstGeom>
            <a:solidFill>
              <a:schemeClr val="l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478" name="Google Shape;478;p24"/>
          <p:cNvCxnSpPr/>
          <p:nvPr/>
        </p:nvCxnSpPr>
        <p:spPr>
          <a:xfrm>
            <a:off x="73925" y="5008650"/>
            <a:ext cx="9021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479" name="Google Shape;479;p24"/>
          <p:cNvGrpSpPr/>
          <p:nvPr/>
        </p:nvGrpSpPr>
        <p:grpSpPr>
          <a:xfrm>
            <a:off x="6760300" y="117804"/>
            <a:ext cx="2161200" cy="256800"/>
            <a:chOff x="6760300" y="96350"/>
            <a:chExt cx="2161200" cy="256800"/>
          </a:xfrm>
        </p:grpSpPr>
        <p:sp>
          <p:nvSpPr>
            <p:cNvPr id="480" name="Google Shape;480;p24"/>
            <p:cNvSpPr/>
            <p:nvPr/>
          </p:nvSpPr>
          <p:spPr>
            <a:xfrm>
              <a:off x="6760300" y="96350"/>
              <a:ext cx="2161200" cy="2568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81" name="Google Shape;481;p24"/>
            <p:cNvGrpSpPr/>
            <p:nvPr/>
          </p:nvGrpSpPr>
          <p:grpSpPr>
            <a:xfrm>
              <a:off x="8683881" y="115948"/>
              <a:ext cx="159362" cy="217605"/>
              <a:chOff x="2025348" y="3145361"/>
              <a:chExt cx="406327" cy="554831"/>
            </a:xfrm>
          </p:grpSpPr>
          <p:sp>
            <p:nvSpPr>
              <p:cNvPr id="482" name="Google Shape;482;p24"/>
              <p:cNvSpPr/>
              <p:nvPr/>
            </p:nvSpPr>
            <p:spPr>
              <a:xfrm>
                <a:off x="2173889" y="3589660"/>
                <a:ext cx="184122" cy="110532"/>
              </a:xfrm>
              <a:custGeom>
                <a:rect b="b" l="l" r="r" t="t"/>
                <a:pathLst>
                  <a:path extrusionOk="0" h="3004" w="5004">
                    <a:moveTo>
                      <a:pt x="1001" y="1"/>
                    </a:moveTo>
                    <a:lnTo>
                      <a:pt x="1001" y="1002"/>
                    </a:lnTo>
                    <a:lnTo>
                      <a:pt x="0" y="1002"/>
                    </a:lnTo>
                    <a:lnTo>
                      <a:pt x="0" y="2002"/>
                    </a:lnTo>
                    <a:lnTo>
                      <a:pt x="1001" y="2002"/>
                    </a:lnTo>
                    <a:lnTo>
                      <a:pt x="1001" y="3003"/>
                    </a:lnTo>
                    <a:lnTo>
                      <a:pt x="4003" y="3003"/>
                    </a:lnTo>
                    <a:lnTo>
                      <a:pt x="4003" y="2002"/>
                    </a:lnTo>
                    <a:lnTo>
                      <a:pt x="5004" y="2002"/>
                    </a:lnTo>
                    <a:lnTo>
                      <a:pt x="5004" y="1002"/>
                    </a:lnTo>
                    <a:lnTo>
                      <a:pt x="4003" y="1002"/>
                    </a:lnTo>
                    <a:lnTo>
                      <a:pt x="400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3" name="Google Shape;483;p24"/>
              <p:cNvSpPr/>
              <p:nvPr/>
            </p:nvSpPr>
            <p:spPr>
              <a:xfrm>
                <a:off x="2025348" y="3145361"/>
                <a:ext cx="406327" cy="406290"/>
              </a:xfrm>
              <a:custGeom>
                <a:rect b="b" l="l" r="r" t="t"/>
                <a:pathLst>
                  <a:path extrusionOk="0" h="11042" w="11043">
                    <a:moveTo>
                      <a:pt x="3003" y="1"/>
                    </a:moveTo>
                    <a:lnTo>
                      <a:pt x="3003" y="1001"/>
                    </a:lnTo>
                    <a:lnTo>
                      <a:pt x="1002" y="1001"/>
                    </a:lnTo>
                    <a:lnTo>
                      <a:pt x="1002" y="2002"/>
                    </a:lnTo>
                    <a:lnTo>
                      <a:pt x="1" y="2002"/>
                    </a:lnTo>
                    <a:lnTo>
                      <a:pt x="1" y="3003"/>
                    </a:lnTo>
                    <a:lnTo>
                      <a:pt x="1" y="4037"/>
                    </a:lnTo>
                    <a:lnTo>
                      <a:pt x="1" y="5038"/>
                    </a:lnTo>
                    <a:lnTo>
                      <a:pt x="1" y="6038"/>
                    </a:lnTo>
                    <a:lnTo>
                      <a:pt x="3003" y="6038"/>
                    </a:lnTo>
                    <a:lnTo>
                      <a:pt x="3003" y="5038"/>
                    </a:lnTo>
                    <a:lnTo>
                      <a:pt x="3003" y="4037"/>
                    </a:lnTo>
                    <a:lnTo>
                      <a:pt x="3003" y="3003"/>
                    </a:lnTo>
                    <a:lnTo>
                      <a:pt x="3003" y="2002"/>
                    </a:lnTo>
                    <a:lnTo>
                      <a:pt x="4037" y="2002"/>
                    </a:lnTo>
                    <a:lnTo>
                      <a:pt x="4037" y="1001"/>
                    </a:lnTo>
                    <a:lnTo>
                      <a:pt x="7039" y="1001"/>
                    </a:lnTo>
                    <a:lnTo>
                      <a:pt x="7039" y="2002"/>
                    </a:lnTo>
                    <a:lnTo>
                      <a:pt x="8040" y="2002"/>
                    </a:lnTo>
                    <a:lnTo>
                      <a:pt x="8040" y="3003"/>
                    </a:lnTo>
                    <a:lnTo>
                      <a:pt x="8040" y="4037"/>
                    </a:lnTo>
                    <a:lnTo>
                      <a:pt x="8040" y="5038"/>
                    </a:lnTo>
                    <a:lnTo>
                      <a:pt x="8040" y="6038"/>
                    </a:lnTo>
                    <a:lnTo>
                      <a:pt x="7039" y="6038"/>
                    </a:lnTo>
                    <a:lnTo>
                      <a:pt x="7039" y="7039"/>
                    </a:lnTo>
                    <a:lnTo>
                      <a:pt x="6038" y="7039"/>
                    </a:lnTo>
                    <a:lnTo>
                      <a:pt x="6038" y="8040"/>
                    </a:lnTo>
                    <a:lnTo>
                      <a:pt x="5038" y="8040"/>
                    </a:lnTo>
                    <a:lnTo>
                      <a:pt x="5038" y="9040"/>
                    </a:lnTo>
                    <a:lnTo>
                      <a:pt x="5038" y="10041"/>
                    </a:lnTo>
                    <a:lnTo>
                      <a:pt x="5038" y="11042"/>
                    </a:lnTo>
                    <a:lnTo>
                      <a:pt x="8040" y="11042"/>
                    </a:lnTo>
                    <a:lnTo>
                      <a:pt x="8040" y="10041"/>
                    </a:lnTo>
                    <a:lnTo>
                      <a:pt x="8040" y="9040"/>
                    </a:lnTo>
                    <a:lnTo>
                      <a:pt x="8040" y="8040"/>
                    </a:lnTo>
                    <a:lnTo>
                      <a:pt x="9041" y="8040"/>
                    </a:lnTo>
                    <a:lnTo>
                      <a:pt x="9041" y="7039"/>
                    </a:lnTo>
                    <a:lnTo>
                      <a:pt x="10041" y="7039"/>
                    </a:lnTo>
                    <a:lnTo>
                      <a:pt x="10041" y="6038"/>
                    </a:lnTo>
                    <a:lnTo>
                      <a:pt x="11042" y="6038"/>
                    </a:lnTo>
                    <a:lnTo>
                      <a:pt x="11042" y="5038"/>
                    </a:lnTo>
                    <a:lnTo>
                      <a:pt x="11042" y="4037"/>
                    </a:lnTo>
                    <a:lnTo>
                      <a:pt x="11042" y="3003"/>
                    </a:lnTo>
                    <a:lnTo>
                      <a:pt x="11042" y="2002"/>
                    </a:lnTo>
                    <a:lnTo>
                      <a:pt x="10041" y="2002"/>
                    </a:lnTo>
                    <a:lnTo>
                      <a:pt x="10041" y="1001"/>
                    </a:lnTo>
                    <a:lnTo>
                      <a:pt x="8040" y="1001"/>
                    </a:lnTo>
                    <a:lnTo>
                      <a:pt x="804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484" name="Google Shape;484;p2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485" name="Google Shape;485;p24"/>
          <p:cNvSpPr txBox="1"/>
          <p:nvPr>
            <p:ph idx="3" type="subTitle"/>
          </p:nvPr>
        </p:nvSpPr>
        <p:spPr>
          <a:xfrm>
            <a:off x="717400" y="1603700"/>
            <a:ext cx="3785700" cy="50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hakra Petch Medium"/>
              <a:buNone/>
              <a:defRPr sz="2400">
                <a:latin typeface="Chakra Petch Medium"/>
                <a:ea typeface="Chakra Petch Medium"/>
                <a:cs typeface="Chakra Petch Medium"/>
                <a:sym typeface="Chakra Petch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486" name="Google Shape;486;p24"/>
          <p:cNvSpPr txBox="1"/>
          <p:nvPr>
            <p:ph idx="4" type="subTitle"/>
          </p:nvPr>
        </p:nvSpPr>
        <p:spPr>
          <a:xfrm>
            <a:off x="4644900" y="1603700"/>
            <a:ext cx="3785700" cy="50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hakra Petch Medium"/>
              <a:buNone/>
              <a:defRPr sz="2400">
                <a:latin typeface="Chakra Petch Medium"/>
                <a:ea typeface="Chakra Petch Medium"/>
                <a:cs typeface="Chakra Petch Medium"/>
                <a:sym typeface="Chakra Petch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3">
  <p:cSld name="CUSTOM_6"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8" name="Google Shape;488;p25"/>
          <p:cNvGrpSpPr/>
          <p:nvPr/>
        </p:nvGrpSpPr>
        <p:grpSpPr>
          <a:xfrm>
            <a:off x="69150" y="137187"/>
            <a:ext cx="9031450" cy="282372"/>
            <a:chOff x="69150" y="137187"/>
            <a:chExt cx="9031450" cy="282372"/>
          </a:xfrm>
        </p:grpSpPr>
        <p:cxnSp>
          <p:nvCxnSpPr>
            <p:cNvPr id="489" name="Google Shape;489;p25"/>
            <p:cNvCxnSpPr/>
            <p:nvPr/>
          </p:nvCxnSpPr>
          <p:spPr>
            <a:xfrm>
              <a:off x="78700" y="278373"/>
              <a:ext cx="9021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90" name="Google Shape;490;p25"/>
            <p:cNvCxnSpPr/>
            <p:nvPr/>
          </p:nvCxnSpPr>
          <p:spPr>
            <a:xfrm>
              <a:off x="69150" y="207780"/>
              <a:ext cx="9021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91" name="Google Shape;491;p25"/>
            <p:cNvCxnSpPr/>
            <p:nvPr/>
          </p:nvCxnSpPr>
          <p:spPr>
            <a:xfrm>
              <a:off x="73925" y="137187"/>
              <a:ext cx="9021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92" name="Google Shape;492;p25"/>
            <p:cNvCxnSpPr/>
            <p:nvPr/>
          </p:nvCxnSpPr>
          <p:spPr>
            <a:xfrm>
              <a:off x="78700" y="419559"/>
              <a:ext cx="9021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93" name="Google Shape;493;p25"/>
            <p:cNvCxnSpPr/>
            <p:nvPr/>
          </p:nvCxnSpPr>
          <p:spPr>
            <a:xfrm>
              <a:off x="78700" y="348966"/>
              <a:ext cx="9021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494" name="Google Shape;494;p25"/>
          <p:cNvSpPr/>
          <p:nvPr/>
        </p:nvSpPr>
        <p:spPr>
          <a:xfrm>
            <a:off x="70625" y="64225"/>
            <a:ext cx="9028500" cy="5028000"/>
          </a:xfrm>
          <a:prstGeom prst="roundRect">
            <a:avLst>
              <a:gd fmla="val 2044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5" name="Google Shape;495;p25"/>
          <p:cNvGrpSpPr/>
          <p:nvPr/>
        </p:nvGrpSpPr>
        <p:grpSpPr>
          <a:xfrm>
            <a:off x="234375" y="117804"/>
            <a:ext cx="256800" cy="256800"/>
            <a:chOff x="234375" y="110636"/>
            <a:chExt cx="256800" cy="256800"/>
          </a:xfrm>
        </p:grpSpPr>
        <p:sp>
          <p:nvSpPr>
            <p:cNvPr id="496" name="Google Shape;496;p25"/>
            <p:cNvSpPr/>
            <p:nvPr/>
          </p:nvSpPr>
          <p:spPr>
            <a:xfrm>
              <a:off x="234375" y="110636"/>
              <a:ext cx="256800" cy="2568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7" name="Google Shape;497;p25"/>
            <p:cNvSpPr/>
            <p:nvPr/>
          </p:nvSpPr>
          <p:spPr>
            <a:xfrm>
              <a:off x="234375" y="110636"/>
              <a:ext cx="256800" cy="256800"/>
            </a:xfrm>
            <a:prstGeom prst="mathMultiply">
              <a:avLst>
                <a:gd fmla="val 23520" name="adj1"/>
              </a:avLst>
            </a:prstGeom>
            <a:solidFill>
              <a:schemeClr val="l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498" name="Google Shape;498;p25"/>
          <p:cNvCxnSpPr/>
          <p:nvPr/>
        </p:nvCxnSpPr>
        <p:spPr>
          <a:xfrm>
            <a:off x="73925" y="5008650"/>
            <a:ext cx="9021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499" name="Google Shape;499;p25"/>
          <p:cNvGrpSpPr/>
          <p:nvPr/>
        </p:nvGrpSpPr>
        <p:grpSpPr>
          <a:xfrm>
            <a:off x="6760300" y="117804"/>
            <a:ext cx="2161200" cy="256800"/>
            <a:chOff x="6760300" y="96350"/>
            <a:chExt cx="2161200" cy="256800"/>
          </a:xfrm>
        </p:grpSpPr>
        <p:sp>
          <p:nvSpPr>
            <p:cNvPr id="500" name="Google Shape;500;p25"/>
            <p:cNvSpPr/>
            <p:nvPr/>
          </p:nvSpPr>
          <p:spPr>
            <a:xfrm>
              <a:off x="6760300" y="96350"/>
              <a:ext cx="2161200" cy="2568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501" name="Google Shape;501;p25"/>
            <p:cNvGrpSpPr/>
            <p:nvPr/>
          </p:nvGrpSpPr>
          <p:grpSpPr>
            <a:xfrm>
              <a:off x="8683881" y="115948"/>
              <a:ext cx="159362" cy="217605"/>
              <a:chOff x="2025348" y="3145361"/>
              <a:chExt cx="406327" cy="554831"/>
            </a:xfrm>
          </p:grpSpPr>
          <p:sp>
            <p:nvSpPr>
              <p:cNvPr id="502" name="Google Shape;502;p25"/>
              <p:cNvSpPr/>
              <p:nvPr/>
            </p:nvSpPr>
            <p:spPr>
              <a:xfrm>
                <a:off x="2173889" y="3589660"/>
                <a:ext cx="184122" cy="110532"/>
              </a:xfrm>
              <a:custGeom>
                <a:rect b="b" l="l" r="r" t="t"/>
                <a:pathLst>
                  <a:path extrusionOk="0" h="3004" w="5004">
                    <a:moveTo>
                      <a:pt x="1001" y="1"/>
                    </a:moveTo>
                    <a:lnTo>
                      <a:pt x="1001" y="1002"/>
                    </a:lnTo>
                    <a:lnTo>
                      <a:pt x="0" y="1002"/>
                    </a:lnTo>
                    <a:lnTo>
                      <a:pt x="0" y="2002"/>
                    </a:lnTo>
                    <a:lnTo>
                      <a:pt x="1001" y="2002"/>
                    </a:lnTo>
                    <a:lnTo>
                      <a:pt x="1001" y="3003"/>
                    </a:lnTo>
                    <a:lnTo>
                      <a:pt x="4003" y="3003"/>
                    </a:lnTo>
                    <a:lnTo>
                      <a:pt x="4003" y="2002"/>
                    </a:lnTo>
                    <a:lnTo>
                      <a:pt x="5004" y="2002"/>
                    </a:lnTo>
                    <a:lnTo>
                      <a:pt x="5004" y="1002"/>
                    </a:lnTo>
                    <a:lnTo>
                      <a:pt x="4003" y="1002"/>
                    </a:lnTo>
                    <a:lnTo>
                      <a:pt x="400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3" name="Google Shape;503;p25"/>
              <p:cNvSpPr/>
              <p:nvPr/>
            </p:nvSpPr>
            <p:spPr>
              <a:xfrm>
                <a:off x="2025348" y="3145361"/>
                <a:ext cx="406327" cy="406290"/>
              </a:xfrm>
              <a:custGeom>
                <a:rect b="b" l="l" r="r" t="t"/>
                <a:pathLst>
                  <a:path extrusionOk="0" h="11042" w="11043">
                    <a:moveTo>
                      <a:pt x="3003" y="1"/>
                    </a:moveTo>
                    <a:lnTo>
                      <a:pt x="3003" y="1001"/>
                    </a:lnTo>
                    <a:lnTo>
                      <a:pt x="1002" y="1001"/>
                    </a:lnTo>
                    <a:lnTo>
                      <a:pt x="1002" y="2002"/>
                    </a:lnTo>
                    <a:lnTo>
                      <a:pt x="1" y="2002"/>
                    </a:lnTo>
                    <a:lnTo>
                      <a:pt x="1" y="3003"/>
                    </a:lnTo>
                    <a:lnTo>
                      <a:pt x="1" y="4037"/>
                    </a:lnTo>
                    <a:lnTo>
                      <a:pt x="1" y="5038"/>
                    </a:lnTo>
                    <a:lnTo>
                      <a:pt x="1" y="6038"/>
                    </a:lnTo>
                    <a:lnTo>
                      <a:pt x="3003" y="6038"/>
                    </a:lnTo>
                    <a:lnTo>
                      <a:pt x="3003" y="5038"/>
                    </a:lnTo>
                    <a:lnTo>
                      <a:pt x="3003" y="4037"/>
                    </a:lnTo>
                    <a:lnTo>
                      <a:pt x="3003" y="3003"/>
                    </a:lnTo>
                    <a:lnTo>
                      <a:pt x="3003" y="2002"/>
                    </a:lnTo>
                    <a:lnTo>
                      <a:pt x="4037" y="2002"/>
                    </a:lnTo>
                    <a:lnTo>
                      <a:pt x="4037" y="1001"/>
                    </a:lnTo>
                    <a:lnTo>
                      <a:pt x="7039" y="1001"/>
                    </a:lnTo>
                    <a:lnTo>
                      <a:pt x="7039" y="2002"/>
                    </a:lnTo>
                    <a:lnTo>
                      <a:pt x="8040" y="2002"/>
                    </a:lnTo>
                    <a:lnTo>
                      <a:pt x="8040" y="3003"/>
                    </a:lnTo>
                    <a:lnTo>
                      <a:pt x="8040" y="4037"/>
                    </a:lnTo>
                    <a:lnTo>
                      <a:pt x="8040" y="5038"/>
                    </a:lnTo>
                    <a:lnTo>
                      <a:pt x="8040" y="6038"/>
                    </a:lnTo>
                    <a:lnTo>
                      <a:pt x="7039" y="6038"/>
                    </a:lnTo>
                    <a:lnTo>
                      <a:pt x="7039" y="7039"/>
                    </a:lnTo>
                    <a:lnTo>
                      <a:pt x="6038" y="7039"/>
                    </a:lnTo>
                    <a:lnTo>
                      <a:pt x="6038" y="8040"/>
                    </a:lnTo>
                    <a:lnTo>
                      <a:pt x="5038" y="8040"/>
                    </a:lnTo>
                    <a:lnTo>
                      <a:pt x="5038" y="9040"/>
                    </a:lnTo>
                    <a:lnTo>
                      <a:pt x="5038" y="10041"/>
                    </a:lnTo>
                    <a:lnTo>
                      <a:pt x="5038" y="11042"/>
                    </a:lnTo>
                    <a:lnTo>
                      <a:pt x="8040" y="11042"/>
                    </a:lnTo>
                    <a:lnTo>
                      <a:pt x="8040" y="10041"/>
                    </a:lnTo>
                    <a:lnTo>
                      <a:pt x="8040" y="9040"/>
                    </a:lnTo>
                    <a:lnTo>
                      <a:pt x="8040" y="8040"/>
                    </a:lnTo>
                    <a:lnTo>
                      <a:pt x="9041" y="8040"/>
                    </a:lnTo>
                    <a:lnTo>
                      <a:pt x="9041" y="7039"/>
                    </a:lnTo>
                    <a:lnTo>
                      <a:pt x="10041" y="7039"/>
                    </a:lnTo>
                    <a:lnTo>
                      <a:pt x="10041" y="6038"/>
                    </a:lnTo>
                    <a:lnTo>
                      <a:pt x="11042" y="6038"/>
                    </a:lnTo>
                    <a:lnTo>
                      <a:pt x="11042" y="5038"/>
                    </a:lnTo>
                    <a:lnTo>
                      <a:pt x="11042" y="4037"/>
                    </a:lnTo>
                    <a:lnTo>
                      <a:pt x="11042" y="3003"/>
                    </a:lnTo>
                    <a:lnTo>
                      <a:pt x="11042" y="2002"/>
                    </a:lnTo>
                    <a:lnTo>
                      <a:pt x="10041" y="2002"/>
                    </a:lnTo>
                    <a:lnTo>
                      <a:pt x="10041" y="1001"/>
                    </a:lnTo>
                    <a:lnTo>
                      <a:pt x="8040" y="1001"/>
                    </a:lnTo>
                    <a:lnTo>
                      <a:pt x="804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504" name="Google Shape;504;p25"/>
          <p:cNvSpPr txBox="1"/>
          <p:nvPr>
            <p:ph type="title"/>
          </p:nvPr>
        </p:nvSpPr>
        <p:spPr>
          <a:xfrm>
            <a:off x="1311963" y="2361963"/>
            <a:ext cx="65199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505" name="Google Shape;505;p25"/>
          <p:cNvSpPr txBox="1"/>
          <p:nvPr>
            <p:ph hasCustomPrompt="1" idx="2" type="title"/>
          </p:nvPr>
        </p:nvSpPr>
        <p:spPr>
          <a:xfrm>
            <a:off x="2996625" y="1243600"/>
            <a:ext cx="31509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506" name="Google Shape;506;p25"/>
          <p:cNvSpPr txBox="1"/>
          <p:nvPr>
            <p:ph idx="1" type="subTitle"/>
          </p:nvPr>
        </p:nvSpPr>
        <p:spPr>
          <a:xfrm>
            <a:off x="1312121" y="3590288"/>
            <a:ext cx="6519900" cy="30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3"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8" name="Google Shape;508;p26"/>
          <p:cNvGrpSpPr/>
          <p:nvPr/>
        </p:nvGrpSpPr>
        <p:grpSpPr>
          <a:xfrm>
            <a:off x="69150" y="137187"/>
            <a:ext cx="9031450" cy="282372"/>
            <a:chOff x="69150" y="137187"/>
            <a:chExt cx="9031450" cy="282372"/>
          </a:xfrm>
        </p:grpSpPr>
        <p:cxnSp>
          <p:nvCxnSpPr>
            <p:cNvPr id="509" name="Google Shape;509;p26"/>
            <p:cNvCxnSpPr/>
            <p:nvPr/>
          </p:nvCxnSpPr>
          <p:spPr>
            <a:xfrm>
              <a:off x="78700" y="278373"/>
              <a:ext cx="9021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10" name="Google Shape;510;p26"/>
            <p:cNvCxnSpPr/>
            <p:nvPr/>
          </p:nvCxnSpPr>
          <p:spPr>
            <a:xfrm>
              <a:off x="69150" y="207780"/>
              <a:ext cx="9021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11" name="Google Shape;511;p26"/>
            <p:cNvCxnSpPr/>
            <p:nvPr/>
          </p:nvCxnSpPr>
          <p:spPr>
            <a:xfrm>
              <a:off x="73925" y="137187"/>
              <a:ext cx="9021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12" name="Google Shape;512;p26"/>
            <p:cNvCxnSpPr/>
            <p:nvPr/>
          </p:nvCxnSpPr>
          <p:spPr>
            <a:xfrm>
              <a:off x="78700" y="419559"/>
              <a:ext cx="9021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13" name="Google Shape;513;p26"/>
            <p:cNvCxnSpPr/>
            <p:nvPr/>
          </p:nvCxnSpPr>
          <p:spPr>
            <a:xfrm>
              <a:off x="78700" y="348966"/>
              <a:ext cx="9021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514" name="Google Shape;514;p26"/>
          <p:cNvSpPr/>
          <p:nvPr/>
        </p:nvSpPr>
        <p:spPr>
          <a:xfrm>
            <a:off x="70625" y="64225"/>
            <a:ext cx="9028500" cy="5028000"/>
          </a:xfrm>
          <a:prstGeom prst="roundRect">
            <a:avLst>
              <a:gd fmla="val 2044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15" name="Google Shape;515;p26"/>
          <p:cNvGrpSpPr/>
          <p:nvPr/>
        </p:nvGrpSpPr>
        <p:grpSpPr>
          <a:xfrm>
            <a:off x="234375" y="117804"/>
            <a:ext cx="256800" cy="256800"/>
            <a:chOff x="234375" y="110636"/>
            <a:chExt cx="256800" cy="256800"/>
          </a:xfrm>
        </p:grpSpPr>
        <p:sp>
          <p:nvSpPr>
            <p:cNvPr id="516" name="Google Shape;516;p26"/>
            <p:cNvSpPr/>
            <p:nvPr/>
          </p:nvSpPr>
          <p:spPr>
            <a:xfrm>
              <a:off x="234375" y="110636"/>
              <a:ext cx="256800" cy="2568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7" name="Google Shape;517;p26"/>
            <p:cNvSpPr/>
            <p:nvPr/>
          </p:nvSpPr>
          <p:spPr>
            <a:xfrm>
              <a:off x="234375" y="110636"/>
              <a:ext cx="256800" cy="256800"/>
            </a:xfrm>
            <a:prstGeom prst="mathMultiply">
              <a:avLst>
                <a:gd fmla="val 23520" name="adj1"/>
              </a:avLst>
            </a:prstGeom>
            <a:solidFill>
              <a:schemeClr val="l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518" name="Google Shape;518;p26"/>
          <p:cNvCxnSpPr/>
          <p:nvPr/>
        </p:nvCxnSpPr>
        <p:spPr>
          <a:xfrm>
            <a:off x="73925" y="5008650"/>
            <a:ext cx="9021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519" name="Google Shape;519;p26"/>
          <p:cNvGrpSpPr/>
          <p:nvPr/>
        </p:nvGrpSpPr>
        <p:grpSpPr>
          <a:xfrm>
            <a:off x="6760300" y="117804"/>
            <a:ext cx="2161200" cy="256800"/>
            <a:chOff x="6760300" y="96350"/>
            <a:chExt cx="2161200" cy="256800"/>
          </a:xfrm>
        </p:grpSpPr>
        <p:sp>
          <p:nvSpPr>
            <p:cNvPr id="520" name="Google Shape;520;p26"/>
            <p:cNvSpPr/>
            <p:nvPr/>
          </p:nvSpPr>
          <p:spPr>
            <a:xfrm>
              <a:off x="6760300" y="96350"/>
              <a:ext cx="2161200" cy="2568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521" name="Google Shape;521;p26"/>
            <p:cNvGrpSpPr/>
            <p:nvPr/>
          </p:nvGrpSpPr>
          <p:grpSpPr>
            <a:xfrm>
              <a:off x="8683881" y="115948"/>
              <a:ext cx="159362" cy="217605"/>
              <a:chOff x="2025348" y="3145361"/>
              <a:chExt cx="406327" cy="554831"/>
            </a:xfrm>
          </p:grpSpPr>
          <p:sp>
            <p:nvSpPr>
              <p:cNvPr id="522" name="Google Shape;522;p26"/>
              <p:cNvSpPr/>
              <p:nvPr/>
            </p:nvSpPr>
            <p:spPr>
              <a:xfrm>
                <a:off x="2173889" y="3589660"/>
                <a:ext cx="184122" cy="110532"/>
              </a:xfrm>
              <a:custGeom>
                <a:rect b="b" l="l" r="r" t="t"/>
                <a:pathLst>
                  <a:path extrusionOk="0" h="3004" w="5004">
                    <a:moveTo>
                      <a:pt x="1001" y="1"/>
                    </a:moveTo>
                    <a:lnTo>
                      <a:pt x="1001" y="1002"/>
                    </a:lnTo>
                    <a:lnTo>
                      <a:pt x="0" y="1002"/>
                    </a:lnTo>
                    <a:lnTo>
                      <a:pt x="0" y="2002"/>
                    </a:lnTo>
                    <a:lnTo>
                      <a:pt x="1001" y="2002"/>
                    </a:lnTo>
                    <a:lnTo>
                      <a:pt x="1001" y="3003"/>
                    </a:lnTo>
                    <a:lnTo>
                      <a:pt x="4003" y="3003"/>
                    </a:lnTo>
                    <a:lnTo>
                      <a:pt x="4003" y="2002"/>
                    </a:lnTo>
                    <a:lnTo>
                      <a:pt x="5004" y="2002"/>
                    </a:lnTo>
                    <a:lnTo>
                      <a:pt x="5004" y="1002"/>
                    </a:lnTo>
                    <a:lnTo>
                      <a:pt x="4003" y="1002"/>
                    </a:lnTo>
                    <a:lnTo>
                      <a:pt x="400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3" name="Google Shape;523;p26"/>
              <p:cNvSpPr/>
              <p:nvPr/>
            </p:nvSpPr>
            <p:spPr>
              <a:xfrm>
                <a:off x="2025348" y="3145361"/>
                <a:ext cx="406327" cy="406290"/>
              </a:xfrm>
              <a:custGeom>
                <a:rect b="b" l="l" r="r" t="t"/>
                <a:pathLst>
                  <a:path extrusionOk="0" h="11042" w="11043">
                    <a:moveTo>
                      <a:pt x="3003" y="1"/>
                    </a:moveTo>
                    <a:lnTo>
                      <a:pt x="3003" y="1001"/>
                    </a:lnTo>
                    <a:lnTo>
                      <a:pt x="1002" y="1001"/>
                    </a:lnTo>
                    <a:lnTo>
                      <a:pt x="1002" y="2002"/>
                    </a:lnTo>
                    <a:lnTo>
                      <a:pt x="1" y="2002"/>
                    </a:lnTo>
                    <a:lnTo>
                      <a:pt x="1" y="3003"/>
                    </a:lnTo>
                    <a:lnTo>
                      <a:pt x="1" y="4037"/>
                    </a:lnTo>
                    <a:lnTo>
                      <a:pt x="1" y="5038"/>
                    </a:lnTo>
                    <a:lnTo>
                      <a:pt x="1" y="6038"/>
                    </a:lnTo>
                    <a:lnTo>
                      <a:pt x="3003" y="6038"/>
                    </a:lnTo>
                    <a:lnTo>
                      <a:pt x="3003" y="5038"/>
                    </a:lnTo>
                    <a:lnTo>
                      <a:pt x="3003" y="4037"/>
                    </a:lnTo>
                    <a:lnTo>
                      <a:pt x="3003" y="3003"/>
                    </a:lnTo>
                    <a:lnTo>
                      <a:pt x="3003" y="2002"/>
                    </a:lnTo>
                    <a:lnTo>
                      <a:pt x="4037" y="2002"/>
                    </a:lnTo>
                    <a:lnTo>
                      <a:pt x="4037" y="1001"/>
                    </a:lnTo>
                    <a:lnTo>
                      <a:pt x="7039" y="1001"/>
                    </a:lnTo>
                    <a:lnTo>
                      <a:pt x="7039" y="2002"/>
                    </a:lnTo>
                    <a:lnTo>
                      <a:pt x="8040" y="2002"/>
                    </a:lnTo>
                    <a:lnTo>
                      <a:pt x="8040" y="3003"/>
                    </a:lnTo>
                    <a:lnTo>
                      <a:pt x="8040" y="4037"/>
                    </a:lnTo>
                    <a:lnTo>
                      <a:pt x="8040" y="5038"/>
                    </a:lnTo>
                    <a:lnTo>
                      <a:pt x="8040" y="6038"/>
                    </a:lnTo>
                    <a:lnTo>
                      <a:pt x="7039" y="6038"/>
                    </a:lnTo>
                    <a:lnTo>
                      <a:pt x="7039" y="7039"/>
                    </a:lnTo>
                    <a:lnTo>
                      <a:pt x="6038" y="7039"/>
                    </a:lnTo>
                    <a:lnTo>
                      <a:pt x="6038" y="8040"/>
                    </a:lnTo>
                    <a:lnTo>
                      <a:pt x="5038" y="8040"/>
                    </a:lnTo>
                    <a:lnTo>
                      <a:pt x="5038" y="9040"/>
                    </a:lnTo>
                    <a:lnTo>
                      <a:pt x="5038" y="10041"/>
                    </a:lnTo>
                    <a:lnTo>
                      <a:pt x="5038" y="11042"/>
                    </a:lnTo>
                    <a:lnTo>
                      <a:pt x="8040" y="11042"/>
                    </a:lnTo>
                    <a:lnTo>
                      <a:pt x="8040" y="10041"/>
                    </a:lnTo>
                    <a:lnTo>
                      <a:pt x="8040" y="9040"/>
                    </a:lnTo>
                    <a:lnTo>
                      <a:pt x="8040" y="8040"/>
                    </a:lnTo>
                    <a:lnTo>
                      <a:pt x="9041" y="8040"/>
                    </a:lnTo>
                    <a:lnTo>
                      <a:pt x="9041" y="7039"/>
                    </a:lnTo>
                    <a:lnTo>
                      <a:pt x="10041" y="7039"/>
                    </a:lnTo>
                    <a:lnTo>
                      <a:pt x="10041" y="6038"/>
                    </a:lnTo>
                    <a:lnTo>
                      <a:pt x="11042" y="6038"/>
                    </a:lnTo>
                    <a:lnTo>
                      <a:pt x="11042" y="5038"/>
                    </a:lnTo>
                    <a:lnTo>
                      <a:pt x="11042" y="4037"/>
                    </a:lnTo>
                    <a:lnTo>
                      <a:pt x="11042" y="3003"/>
                    </a:lnTo>
                    <a:lnTo>
                      <a:pt x="11042" y="2002"/>
                    </a:lnTo>
                    <a:lnTo>
                      <a:pt x="10041" y="2002"/>
                    </a:lnTo>
                    <a:lnTo>
                      <a:pt x="10041" y="1001"/>
                    </a:lnTo>
                    <a:lnTo>
                      <a:pt x="8040" y="1001"/>
                    </a:lnTo>
                    <a:lnTo>
                      <a:pt x="804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524" name="Google Shape;524;p26"/>
          <p:cNvSpPr txBox="1"/>
          <p:nvPr>
            <p:ph idx="1" type="subTitle"/>
          </p:nvPr>
        </p:nvSpPr>
        <p:spPr>
          <a:xfrm>
            <a:off x="715100" y="2793988"/>
            <a:ext cx="4163400" cy="118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/>
        </p:txBody>
      </p:sp>
      <p:sp>
        <p:nvSpPr>
          <p:cNvPr id="525" name="Google Shape;525;p26"/>
          <p:cNvSpPr txBox="1"/>
          <p:nvPr>
            <p:ph type="title"/>
          </p:nvPr>
        </p:nvSpPr>
        <p:spPr>
          <a:xfrm>
            <a:off x="715100" y="1169300"/>
            <a:ext cx="4163400" cy="1472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CUSTOM_4"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7" name="Google Shape;527;p27"/>
          <p:cNvGrpSpPr/>
          <p:nvPr/>
        </p:nvGrpSpPr>
        <p:grpSpPr>
          <a:xfrm>
            <a:off x="69150" y="137187"/>
            <a:ext cx="9031450" cy="282372"/>
            <a:chOff x="69150" y="137187"/>
            <a:chExt cx="9031450" cy="282372"/>
          </a:xfrm>
        </p:grpSpPr>
        <p:cxnSp>
          <p:nvCxnSpPr>
            <p:cNvPr id="528" name="Google Shape;528;p27"/>
            <p:cNvCxnSpPr/>
            <p:nvPr/>
          </p:nvCxnSpPr>
          <p:spPr>
            <a:xfrm>
              <a:off x="78700" y="278373"/>
              <a:ext cx="9021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29" name="Google Shape;529;p27"/>
            <p:cNvCxnSpPr/>
            <p:nvPr/>
          </p:nvCxnSpPr>
          <p:spPr>
            <a:xfrm>
              <a:off x="69150" y="207780"/>
              <a:ext cx="9021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30" name="Google Shape;530;p27"/>
            <p:cNvCxnSpPr/>
            <p:nvPr/>
          </p:nvCxnSpPr>
          <p:spPr>
            <a:xfrm>
              <a:off x="73925" y="137187"/>
              <a:ext cx="9021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31" name="Google Shape;531;p27"/>
            <p:cNvCxnSpPr/>
            <p:nvPr/>
          </p:nvCxnSpPr>
          <p:spPr>
            <a:xfrm>
              <a:off x="78700" y="419559"/>
              <a:ext cx="9021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32" name="Google Shape;532;p27"/>
            <p:cNvCxnSpPr/>
            <p:nvPr/>
          </p:nvCxnSpPr>
          <p:spPr>
            <a:xfrm>
              <a:off x="78700" y="348966"/>
              <a:ext cx="9021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533" name="Google Shape;533;p27"/>
          <p:cNvSpPr/>
          <p:nvPr/>
        </p:nvSpPr>
        <p:spPr>
          <a:xfrm>
            <a:off x="70625" y="64225"/>
            <a:ext cx="9028500" cy="5028000"/>
          </a:xfrm>
          <a:prstGeom prst="roundRect">
            <a:avLst>
              <a:gd fmla="val 2044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34" name="Google Shape;534;p27"/>
          <p:cNvGrpSpPr/>
          <p:nvPr/>
        </p:nvGrpSpPr>
        <p:grpSpPr>
          <a:xfrm>
            <a:off x="234375" y="117804"/>
            <a:ext cx="256800" cy="256800"/>
            <a:chOff x="234375" y="110636"/>
            <a:chExt cx="256800" cy="256800"/>
          </a:xfrm>
        </p:grpSpPr>
        <p:sp>
          <p:nvSpPr>
            <p:cNvPr id="535" name="Google Shape;535;p27"/>
            <p:cNvSpPr/>
            <p:nvPr/>
          </p:nvSpPr>
          <p:spPr>
            <a:xfrm>
              <a:off x="234375" y="110636"/>
              <a:ext cx="256800" cy="2568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6" name="Google Shape;536;p27"/>
            <p:cNvSpPr/>
            <p:nvPr/>
          </p:nvSpPr>
          <p:spPr>
            <a:xfrm>
              <a:off x="234375" y="110636"/>
              <a:ext cx="256800" cy="256800"/>
            </a:xfrm>
            <a:prstGeom prst="mathMultiply">
              <a:avLst>
                <a:gd fmla="val 23520" name="adj1"/>
              </a:avLst>
            </a:prstGeom>
            <a:solidFill>
              <a:schemeClr val="l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537" name="Google Shape;537;p27"/>
          <p:cNvCxnSpPr/>
          <p:nvPr/>
        </p:nvCxnSpPr>
        <p:spPr>
          <a:xfrm>
            <a:off x="73925" y="5008650"/>
            <a:ext cx="9021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538" name="Google Shape;538;p27"/>
          <p:cNvGrpSpPr/>
          <p:nvPr/>
        </p:nvGrpSpPr>
        <p:grpSpPr>
          <a:xfrm>
            <a:off x="6760300" y="117804"/>
            <a:ext cx="2161200" cy="256800"/>
            <a:chOff x="6760300" y="96350"/>
            <a:chExt cx="2161200" cy="256800"/>
          </a:xfrm>
        </p:grpSpPr>
        <p:sp>
          <p:nvSpPr>
            <p:cNvPr id="539" name="Google Shape;539;p27"/>
            <p:cNvSpPr/>
            <p:nvPr/>
          </p:nvSpPr>
          <p:spPr>
            <a:xfrm>
              <a:off x="6760300" y="96350"/>
              <a:ext cx="2161200" cy="2568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540" name="Google Shape;540;p27"/>
            <p:cNvGrpSpPr/>
            <p:nvPr/>
          </p:nvGrpSpPr>
          <p:grpSpPr>
            <a:xfrm>
              <a:off x="8683881" y="115948"/>
              <a:ext cx="159362" cy="217605"/>
              <a:chOff x="2025348" y="3145361"/>
              <a:chExt cx="406327" cy="554831"/>
            </a:xfrm>
          </p:grpSpPr>
          <p:sp>
            <p:nvSpPr>
              <p:cNvPr id="541" name="Google Shape;541;p27"/>
              <p:cNvSpPr/>
              <p:nvPr/>
            </p:nvSpPr>
            <p:spPr>
              <a:xfrm>
                <a:off x="2173889" y="3589660"/>
                <a:ext cx="184122" cy="110532"/>
              </a:xfrm>
              <a:custGeom>
                <a:rect b="b" l="l" r="r" t="t"/>
                <a:pathLst>
                  <a:path extrusionOk="0" h="3004" w="5004">
                    <a:moveTo>
                      <a:pt x="1001" y="1"/>
                    </a:moveTo>
                    <a:lnTo>
                      <a:pt x="1001" y="1002"/>
                    </a:lnTo>
                    <a:lnTo>
                      <a:pt x="0" y="1002"/>
                    </a:lnTo>
                    <a:lnTo>
                      <a:pt x="0" y="2002"/>
                    </a:lnTo>
                    <a:lnTo>
                      <a:pt x="1001" y="2002"/>
                    </a:lnTo>
                    <a:lnTo>
                      <a:pt x="1001" y="3003"/>
                    </a:lnTo>
                    <a:lnTo>
                      <a:pt x="4003" y="3003"/>
                    </a:lnTo>
                    <a:lnTo>
                      <a:pt x="4003" y="2002"/>
                    </a:lnTo>
                    <a:lnTo>
                      <a:pt x="5004" y="2002"/>
                    </a:lnTo>
                    <a:lnTo>
                      <a:pt x="5004" y="1002"/>
                    </a:lnTo>
                    <a:lnTo>
                      <a:pt x="4003" y="1002"/>
                    </a:lnTo>
                    <a:lnTo>
                      <a:pt x="400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2" name="Google Shape;542;p27"/>
              <p:cNvSpPr/>
              <p:nvPr/>
            </p:nvSpPr>
            <p:spPr>
              <a:xfrm>
                <a:off x="2025348" y="3145361"/>
                <a:ext cx="406327" cy="406290"/>
              </a:xfrm>
              <a:custGeom>
                <a:rect b="b" l="l" r="r" t="t"/>
                <a:pathLst>
                  <a:path extrusionOk="0" h="11042" w="11043">
                    <a:moveTo>
                      <a:pt x="3003" y="1"/>
                    </a:moveTo>
                    <a:lnTo>
                      <a:pt x="3003" y="1001"/>
                    </a:lnTo>
                    <a:lnTo>
                      <a:pt x="1002" y="1001"/>
                    </a:lnTo>
                    <a:lnTo>
                      <a:pt x="1002" y="2002"/>
                    </a:lnTo>
                    <a:lnTo>
                      <a:pt x="1" y="2002"/>
                    </a:lnTo>
                    <a:lnTo>
                      <a:pt x="1" y="3003"/>
                    </a:lnTo>
                    <a:lnTo>
                      <a:pt x="1" y="4037"/>
                    </a:lnTo>
                    <a:lnTo>
                      <a:pt x="1" y="5038"/>
                    </a:lnTo>
                    <a:lnTo>
                      <a:pt x="1" y="6038"/>
                    </a:lnTo>
                    <a:lnTo>
                      <a:pt x="3003" y="6038"/>
                    </a:lnTo>
                    <a:lnTo>
                      <a:pt x="3003" y="5038"/>
                    </a:lnTo>
                    <a:lnTo>
                      <a:pt x="3003" y="4037"/>
                    </a:lnTo>
                    <a:lnTo>
                      <a:pt x="3003" y="3003"/>
                    </a:lnTo>
                    <a:lnTo>
                      <a:pt x="3003" y="2002"/>
                    </a:lnTo>
                    <a:lnTo>
                      <a:pt x="4037" y="2002"/>
                    </a:lnTo>
                    <a:lnTo>
                      <a:pt x="4037" y="1001"/>
                    </a:lnTo>
                    <a:lnTo>
                      <a:pt x="7039" y="1001"/>
                    </a:lnTo>
                    <a:lnTo>
                      <a:pt x="7039" y="2002"/>
                    </a:lnTo>
                    <a:lnTo>
                      <a:pt x="8040" y="2002"/>
                    </a:lnTo>
                    <a:lnTo>
                      <a:pt x="8040" y="3003"/>
                    </a:lnTo>
                    <a:lnTo>
                      <a:pt x="8040" y="4037"/>
                    </a:lnTo>
                    <a:lnTo>
                      <a:pt x="8040" y="5038"/>
                    </a:lnTo>
                    <a:lnTo>
                      <a:pt x="8040" y="6038"/>
                    </a:lnTo>
                    <a:lnTo>
                      <a:pt x="7039" y="6038"/>
                    </a:lnTo>
                    <a:lnTo>
                      <a:pt x="7039" y="7039"/>
                    </a:lnTo>
                    <a:lnTo>
                      <a:pt x="6038" y="7039"/>
                    </a:lnTo>
                    <a:lnTo>
                      <a:pt x="6038" y="8040"/>
                    </a:lnTo>
                    <a:lnTo>
                      <a:pt x="5038" y="8040"/>
                    </a:lnTo>
                    <a:lnTo>
                      <a:pt x="5038" y="9040"/>
                    </a:lnTo>
                    <a:lnTo>
                      <a:pt x="5038" y="10041"/>
                    </a:lnTo>
                    <a:lnTo>
                      <a:pt x="5038" y="11042"/>
                    </a:lnTo>
                    <a:lnTo>
                      <a:pt x="8040" y="11042"/>
                    </a:lnTo>
                    <a:lnTo>
                      <a:pt x="8040" y="10041"/>
                    </a:lnTo>
                    <a:lnTo>
                      <a:pt x="8040" y="9040"/>
                    </a:lnTo>
                    <a:lnTo>
                      <a:pt x="8040" y="8040"/>
                    </a:lnTo>
                    <a:lnTo>
                      <a:pt x="9041" y="8040"/>
                    </a:lnTo>
                    <a:lnTo>
                      <a:pt x="9041" y="7039"/>
                    </a:lnTo>
                    <a:lnTo>
                      <a:pt x="10041" y="7039"/>
                    </a:lnTo>
                    <a:lnTo>
                      <a:pt x="10041" y="6038"/>
                    </a:lnTo>
                    <a:lnTo>
                      <a:pt x="11042" y="6038"/>
                    </a:lnTo>
                    <a:lnTo>
                      <a:pt x="11042" y="5038"/>
                    </a:lnTo>
                    <a:lnTo>
                      <a:pt x="11042" y="4037"/>
                    </a:lnTo>
                    <a:lnTo>
                      <a:pt x="11042" y="3003"/>
                    </a:lnTo>
                    <a:lnTo>
                      <a:pt x="11042" y="2002"/>
                    </a:lnTo>
                    <a:lnTo>
                      <a:pt x="10041" y="2002"/>
                    </a:lnTo>
                    <a:lnTo>
                      <a:pt x="10041" y="1001"/>
                    </a:lnTo>
                    <a:lnTo>
                      <a:pt x="8040" y="1001"/>
                    </a:lnTo>
                    <a:lnTo>
                      <a:pt x="804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543" name="Google Shape;543;p27"/>
          <p:cNvSpPr txBox="1"/>
          <p:nvPr>
            <p:ph idx="1" type="subTitle"/>
          </p:nvPr>
        </p:nvSpPr>
        <p:spPr>
          <a:xfrm>
            <a:off x="4723725" y="1981650"/>
            <a:ext cx="3705000" cy="118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/>
        </p:txBody>
      </p:sp>
      <p:sp>
        <p:nvSpPr>
          <p:cNvPr id="544" name="Google Shape;544;p2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3">
  <p:cSld name="CUSTOM_5"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6" name="Google Shape;546;p28"/>
          <p:cNvGrpSpPr/>
          <p:nvPr/>
        </p:nvGrpSpPr>
        <p:grpSpPr>
          <a:xfrm>
            <a:off x="69150" y="137187"/>
            <a:ext cx="9031450" cy="282372"/>
            <a:chOff x="69150" y="137187"/>
            <a:chExt cx="9031450" cy="282372"/>
          </a:xfrm>
        </p:grpSpPr>
        <p:cxnSp>
          <p:nvCxnSpPr>
            <p:cNvPr id="547" name="Google Shape;547;p28"/>
            <p:cNvCxnSpPr/>
            <p:nvPr/>
          </p:nvCxnSpPr>
          <p:spPr>
            <a:xfrm>
              <a:off x="78700" y="278373"/>
              <a:ext cx="9021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48" name="Google Shape;548;p28"/>
            <p:cNvCxnSpPr/>
            <p:nvPr/>
          </p:nvCxnSpPr>
          <p:spPr>
            <a:xfrm>
              <a:off x="69150" y="207780"/>
              <a:ext cx="9021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49" name="Google Shape;549;p28"/>
            <p:cNvCxnSpPr/>
            <p:nvPr/>
          </p:nvCxnSpPr>
          <p:spPr>
            <a:xfrm>
              <a:off x="73925" y="137187"/>
              <a:ext cx="9021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50" name="Google Shape;550;p28"/>
            <p:cNvCxnSpPr/>
            <p:nvPr/>
          </p:nvCxnSpPr>
          <p:spPr>
            <a:xfrm>
              <a:off x="78700" y="419559"/>
              <a:ext cx="9021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51" name="Google Shape;551;p28"/>
            <p:cNvCxnSpPr/>
            <p:nvPr/>
          </p:nvCxnSpPr>
          <p:spPr>
            <a:xfrm>
              <a:off x="78700" y="348966"/>
              <a:ext cx="9021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552" name="Google Shape;552;p28"/>
          <p:cNvSpPr/>
          <p:nvPr/>
        </p:nvSpPr>
        <p:spPr>
          <a:xfrm>
            <a:off x="70625" y="64225"/>
            <a:ext cx="9028500" cy="5028000"/>
          </a:xfrm>
          <a:prstGeom prst="roundRect">
            <a:avLst>
              <a:gd fmla="val 2044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53" name="Google Shape;553;p28"/>
          <p:cNvGrpSpPr/>
          <p:nvPr/>
        </p:nvGrpSpPr>
        <p:grpSpPr>
          <a:xfrm>
            <a:off x="234375" y="117804"/>
            <a:ext cx="256800" cy="256800"/>
            <a:chOff x="234375" y="110636"/>
            <a:chExt cx="256800" cy="256800"/>
          </a:xfrm>
        </p:grpSpPr>
        <p:sp>
          <p:nvSpPr>
            <p:cNvPr id="554" name="Google Shape;554;p28"/>
            <p:cNvSpPr/>
            <p:nvPr/>
          </p:nvSpPr>
          <p:spPr>
            <a:xfrm>
              <a:off x="234375" y="110636"/>
              <a:ext cx="256800" cy="2568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5" name="Google Shape;555;p28"/>
            <p:cNvSpPr/>
            <p:nvPr/>
          </p:nvSpPr>
          <p:spPr>
            <a:xfrm>
              <a:off x="234375" y="110636"/>
              <a:ext cx="256800" cy="256800"/>
            </a:xfrm>
            <a:prstGeom prst="mathMultiply">
              <a:avLst>
                <a:gd fmla="val 23520" name="adj1"/>
              </a:avLst>
            </a:prstGeom>
            <a:solidFill>
              <a:schemeClr val="l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556" name="Google Shape;556;p28"/>
          <p:cNvCxnSpPr/>
          <p:nvPr/>
        </p:nvCxnSpPr>
        <p:spPr>
          <a:xfrm>
            <a:off x="73925" y="5008650"/>
            <a:ext cx="9021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57" name="Google Shape;557;p28"/>
          <p:cNvSpPr txBox="1"/>
          <p:nvPr>
            <p:ph idx="1" type="subTitle"/>
          </p:nvPr>
        </p:nvSpPr>
        <p:spPr>
          <a:xfrm>
            <a:off x="721000" y="1893600"/>
            <a:ext cx="3931800" cy="135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/>
        </p:txBody>
      </p:sp>
      <p:sp>
        <p:nvSpPr>
          <p:cNvPr id="558" name="Google Shape;558;p2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grpSp>
        <p:nvGrpSpPr>
          <p:cNvPr id="559" name="Google Shape;559;p28"/>
          <p:cNvGrpSpPr/>
          <p:nvPr/>
        </p:nvGrpSpPr>
        <p:grpSpPr>
          <a:xfrm>
            <a:off x="6760300" y="117804"/>
            <a:ext cx="2161200" cy="256800"/>
            <a:chOff x="6760300" y="96350"/>
            <a:chExt cx="2161200" cy="256800"/>
          </a:xfrm>
        </p:grpSpPr>
        <p:sp>
          <p:nvSpPr>
            <p:cNvPr id="560" name="Google Shape;560;p28"/>
            <p:cNvSpPr/>
            <p:nvPr/>
          </p:nvSpPr>
          <p:spPr>
            <a:xfrm>
              <a:off x="6760300" y="96350"/>
              <a:ext cx="2161200" cy="2568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561" name="Google Shape;561;p28"/>
            <p:cNvGrpSpPr/>
            <p:nvPr/>
          </p:nvGrpSpPr>
          <p:grpSpPr>
            <a:xfrm>
              <a:off x="8683881" y="115948"/>
              <a:ext cx="159362" cy="217605"/>
              <a:chOff x="2025348" y="3145361"/>
              <a:chExt cx="406327" cy="554831"/>
            </a:xfrm>
          </p:grpSpPr>
          <p:sp>
            <p:nvSpPr>
              <p:cNvPr id="562" name="Google Shape;562;p28"/>
              <p:cNvSpPr/>
              <p:nvPr/>
            </p:nvSpPr>
            <p:spPr>
              <a:xfrm>
                <a:off x="2173889" y="3589660"/>
                <a:ext cx="184122" cy="110532"/>
              </a:xfrm>
              <a:custGeom>
                <a:rect b="b" l="l" r="r" t="t"/>
                <a:pathLst>
                  <a:path extrusionOk="0" h="3004" w="5004">
                    <a:moveTo>
                      <a:pt x="1001" y="1"/>
                    </a:moveTo>
                    <a:lnTo>
                      <a:pt x="1001" y="1002"/>
                    </a:lnTo>
                    <a:lnTo>
                      <a:pt x="0" y="1002"/>
                    </a:lnTo>
                    <a:lnTo>
                      <a:pt x="0" y="2002"/>
                    </a:lnTo>
                    <a:lnTo>
                      <a:pt x="1001" y="2002"/>
                    </a:lnTo>
                    <a:lnTo>
                      <a:pt x="1001" y="3003"/>
                    </a:lnTo>
                    <a:lnTo>
                      <a:pt x="4003" y="3003"/>
                    </a:lnTo>
                    <a:lnTo>
                      <a:pt x="4003" y="2002"/>
                    </a:lnTo>
                    <a:lnTo>
                      <a:pt x="5004" y="2002"/>
                    </a:lnTo>
                    <a:lnTo>
                      <a:pt x="5004" y="1002"/>
                    </a:lnTo>
                    <a:lnTo>
                      <a:pt x="4003" y="1002"/>
                    </a:lnTo>
                    <a:lnTo>
                      <a:pt x="400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3" name="Google Shape;563;p28"/>
              <p:cNvSpPr/>
              <p:nvPr/>
            </p:nvSpPr>
            <p:spPr>
              <a:xfrm>
                <a:off x="2025348" y="3145361"/>
                <a:ext cx="406327" cy="406290"/>
              </a:xfrm>
              <a:custGeom>
                <a:rect b="b" l="l" r="r" t="t"/>
                <a:pathLst>
                  <a:path extrusionOk="0" h="11042" w="11043">
                    <a:moveTo>
                      <a:pt x="3003" y="1"/>
                    </a:moveTo>
                    <a:lnTo>
                      <a:pt x="3003" y="1001"/>
                    </a:lnTo>
                    <a:lnTo>
                      <a:pt x="1002" y="1001"/>
                    </a:lnTo>
                    <a:lnTo>
                      <a:pt x="1002" y="2002"/>
                    </a:lnTo>
                    <a:lnTo>
                      <a:pt x="1" y="2002"/>
                    </a:lnTo>
                    <a:lnTo>
                      <a:pt x="1" y="3003"/>
                    </a:lnTo>
                    <a:lnTo>
                      <a:pt x="1" y="4037"/>
                    </a:lnTo>
                    <a:lnTo>
                      <a:pt x="1" y="5038"/>
                    </a:lnTo>
                    <a:lnTo>
                      <a:pt x="1" y="6038"/>
                    </a:lnTo>
                    <a:lnTo>
                      <a:pt x="3003" y="6038"/>
                    </a:lnTo>
                    <a:lnTo>
                      <a:pt x="3003" y="5038"/>
                    </a:lnTo>
                    <a:lnTo>
                      <a:pt x="3003" y="4037"/>
                    </a:lnTo>
                    <a:lnTo>
                      <a:pt x="3003" y="3003"/>
                    </a:lnTo>
                    <a:lnTo>
                      <a:pt x="3003" y="2002"/>
                    </a:lnTo>
                    <a:lnTo>
                      <a:pt x="4037" y="2002"/>
                    </a:lnTo>
                    <a:lnTo>
                      <a:pt x="4037" y="1001"/>
                    </a:lnTo>
                    <a:lnTo>
                      <a:pt x="7039" y="1001"/>
                    </a:lnTo>
                    <a:lnTo>
                      <a:pt x="7039" y="2002"/>
                    </a:lnTo>
                    <a:lnTo>
                      <a:pt x="8040" y="2002"/>
                    </a:lnTo>
                    <a:lnTo>
                      <a:pt x="8040" y="3003"/>
                    </a:lnTo>
                    <a:lnTo>
                      <a:pt x="8040" y="4037"/>
                    </a:lnTo>
                    <a:lnTo>
                      <a:pt x="8040" y="5038"/>
                    </a:lnTo>
                    <a:lnTo>
                      <a:pt x="8040" y="6038"/>
                    </a:lnTo>
                    <a:lnTo>
                      <a:pt x="7039" y="6038"/>
                    </a:lnTo>
                    <a:lnTo>
                      <a:pt x="7039" y="7039"/>
                    </a:lnTo>
                    <a:lnTo>
                      <a:pt x="6038" y="7039"/>
                    </a:lnTo>
                    <a:lnTo>
                      <a:pt x="6038" y="8040"/>
                    </a:lnTo>
                    <a:lnTo>
                      <a:pt x="5038" y="8040"/>
                    </a:lnTo>
                    <a:lnTo>
                      <a:pt x="5038" y="9040"/>
                    </a:lnTo>
                    <a:lnTo>
                      <a:pt x="5038" y="10041"/>
                    </a:lnTo>
                    <a:lnTo>
                      <a:pt x="5038" y="11042"/>
                    </a:lnTo>
                    <a:lnTo>
                      <a:pt x="8040" y="11042"/>
                    </a:lnTo>
                    <a:lnTo>
                      <a:pt x="8040" y="10041"/>
                    </a:lnTo>
                    <a:lnTo>
                      <a:pt x="8040" y="9040"/>
                    </a:lnTo>
                    <a:lnTo>
                      <a:pt x="8040" y="8040"/>
                    </a:lnTo>
                    <a:lnTo>
                      <a:pt x="9041" y="8040"/>
                    </a:lnTo>
                    <a:lnTo>
                      <a:pt x="9041" y="7039"/>
                    </a:lnTo>
                    <a:lnTo>
                      <a:pt x="10041" y="7039"/>
                    </a:lnTo>
                    <a:lnTo>
                      <a:pt x="10041" y="6038"/>
                    </a:lnTo>
                    <a:lnTo>
                      <a:pt x="11042" y="6038"/>
                    </a:lnTo>
                    <a:lnTo>
                      <a:pt x="11042" y="5038"/>
                    </a:lnTo>
                    <a:lnTo>
                      <a:pt x="11042" y="4037"/>
                    </a:lnTo>
                    <a:lnTo>
                      <a:pt x="11042" y="3003"/>
                    </a:lnTo>
                    <a:lnTo>
                      <a:pt x="11042" y="2002"/>
                    </a:lnTo>
                    <a:lnTo>
                      <a:pt x="10041" y="2002"/>
                    </a:lnTo>
                    <a:lnTo>
                      <a:pt x="10041" y="1001"/>
                    </a:lnTo>
                    <a:lnTo>
                      <a:pt x="8040" y="1001"/>
                    </a:lnTo>
                    <a:lnTo>
                      <a:pt x="804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2">
  <p:cSld name="CUSTOM_9"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5" name="Google Shape;565;p29"/>
          <p:cNvGrpSpPr/>
          <p:nvPr/>
        </p:nvGrpSpPr>
        <p:grpSpPr>
          <a:xfrm>
            <a:off x="69150" y="137187"/>
            <a:ext cx="9031450" cy="282372"/>
            <a:chOff x="69150" y="137187"/>
            <a:chExt cx="9031450" cy="282372"/>
          </a:xfrm>
        </p:grpSpPr>
        <p:cxnSp>
          <p:nvCxnSpPr>
            <p:cNvPr id="566" name="Google Shape;566;p29"/>
            <p:cNvCxnSpPr/>
            <p:nvPr/>
          </p:nvCxnSpPr>
          <p:spPr>
            <a:xfrm>
              <a:off x="78700" y="278373"/>
              <a:ext cx="9021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67" name="Google Shape;567;p29"/>
            <p:cNvCxnSpPr/>
            <p:nvPr/>
          </p:nvCxnSpPr>
          <p:spPr>
            <a:xfrm>
              <a:off x="69150" y="207780"/>
              <a:ext cx="9021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68" name="Google Shape;568;p29"/>
            <p:cNvCxnSpPr/>
            <p:nvPr/>
          </p:nvCxnSpPr>
          <p:spPr>
            <a:xfrm>
              <a:off x="73925" y="137187"/>
              <a:ext cx="9021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69" name="Google Shape;569;p29"/>
            <p:cNvCxnSpPr/>
            <p:nvPr/>
          </p:nvCxnSpPr>
          <p:spPr>
            <a:xfrm>
              <a:off x="78700" y="419559"/>
              <a:ext cx="9021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70" name="Google Shape;570;p29"/>
            <p:cNvCxnSpPr/>
            <p:nvPr/>
          </p:nvCxnSpPr>
          <p:spPr>
            <a:xfrm>
              <a:off x="78700" y="348966"/>
              <a:ext cx="9021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571" name="Google Shape;571;p29"/>
          <p:cNvSpPr/>
          <p:nvPr/>
        </p:nvSpPr>
        <p:spPr>
          <a:xfrm>
            <a:off x="70625" y="64225"/>
            <a:ext cx="9028500" cy="5028000"/>
          </a:xfrm>
          <a:prstGeom prst="roundRect">
            <a:avLst>
              <a:gd fmla="val 2044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72" name="Google Shape;572;p29"/>
          <p:cNvGrpSpPr/>
          <p:nvPr/>
        </p:nvGrpSpPr>
        <p:grpSpPr>
          <a:xfrm>
            <a:off x="234375" y="117804"/>
            <a:ext cx="256800" cy="256800"/>
            <a:chOff x="234375" y="110636"/>
            <a:chExt cx="256800" cy="256800"/>
          </a:xfrm>
        </p:grpSpPr>
        <p:sp>
          <p:nvSpPr>
            <p:cNvPr id="573" name="Google Shape;573;p29"/>
            <p:cNvSpPr/>
            <p:nvPr/>
          </p:nvSpPr>
          <p:spPr>
            <a:xfrm>
              <a:off x="234375" y="110636"/>
              <a:ext cx="256800" cy="2568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4" name="Google Shape;574;p29"/>
            <p:cNvSpPr/>
            <p:nvPr/>
          </p:nvSpPr>
          <p:spPr>
            <a:xfrm>
              <a:off x="234375" y="110636"/>
              <a:ext cx="256800" cy="256800"/>
            </a:xfrm>
            <a:prstGeom prst="mathMultiply">
              <a:avLst>
                <a:gd fmla="val 23520" name="adj1"/>
              </a:avLst>
            </a:prstGeom>
            <a:solidFill>
              <a:schemeClr val="l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575" name="Google Shape;575;p29"/>
          <p:cNvCxnSpPr/>
          <p:nvPr/>
        </p:nvCxnSpPr>
        <p:spPr>
          <a:xfrm>
            <a:off x="73925" y="5008650"/>
            <a:ext cx="9021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576" name="Google Shape;576;p29"/>
          <p:cNvGrpSpPr/>
          <p:nvPr/>
        </p:nvGrpSpPr>
        <p:grpSpPr>
          <a:xfrm>
            <a:off x="6760300" y="117804"/>
            <a:ext cx="2161200" cy="256800"/>
            <a:chOff x="6760300" y="96350"/>
            <a:chExt cx="2161200" cy="256800"/>
          </a:xfrm>
        </p:grpSpPr>
        <p:sp>
          <p:nvSpPr>
            <p:cNvPr id="577" name="Google Shape;577;p29"/>
            <p:cNvSpPr/>
            <p:nvPr/>
          </p:nvSpPr>
          <p:spPr>
            <a:xfrm>
              <a:off x="6760300" y="96350"/>
              <a:ext cx="2161200" cy="2568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578" name="Google Shape;578;p29"/>
            <p:cNvGrpSpPr/>
            <p:nvPr/>
          </p:nvGrpSpPr>
          <p:grpSpPr>
            <a:xfrm>
              <a:off x="8683881" y="115948"/>
              <a:ext cx="159362" cy="217605"/>
              <a:chOff x="2025348" y="3145361"/>
              <a:chExt cx="406327" cy="554831"/>
            </a:xfrm>
          </p:grpSpPr>
          <p:sp>
            <p:nvSpPr>
              <p:cNvPr id="579" name="Google Shape;579;p29"/>
              <p:cNvSpPr/>
              <p:nvPr/>
            </p:nvSpPr>
            <p:spPr>
              <a:xfrm>
                <a:off x="2173889" y="3589660"/>
                <a:ext cx="184122" cy="110532"/>
              </a:xfrm>
              <a:custGeom>
                <a:rect b="b" l="l" r="r" t="t"/>
                <a:pathLst>
                  <a:path extrusionOk="0" h="3004" w="5004">
                    <a:moveTo>
                      <a:pt x="1001" y="1"/>
                    </a:moveTo>
                    <a:lnTo>
                      <a:pt x="1001" y="1002"/>
                    </a:lnTo>
                    <a:lnTo>
                      <a:pt x="0" y="1002"/>
                    </a:lnTo>
                    <a:lnTo>
                      <a:pt x="0" y="2002"/>
                    </a:lnTo>
                    <a:lnTo>
                      <a:pt x="1001" y="2002"/>
                    </a:lnTo>
                    <a:lnTo>
                      <a:pt x="1001" y="3003"/>
                    </a:lnTo>
                    <a:lnTo>
                      <a:pt x="4003" y="3003"/>
                    </a:lnTo>
                    <a:lnTo>
                      <a:pt x="4003" y="2002"/>
                    </a:lnTo>
                    <a:lnTo>
                      <a:pt x="5004" y="2002"/>
                    </a:lnTo>
                    <a:lnTo>
                      <a:pt x="5004" y="1002"/>
                    </a:lnTo>
                    <a:lnTo>
                      <a:pt x="4003" y="1002"/>
                    </a:lnTo>
                    <a:lnTo>
                      <a:pt x="400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0" name="Google Shape;580;p29"/>
              <p:cNvSpPr/>
              <p:nvPr/>
            </p:nvSpPr>
            <p:spPr>
              <a:xfrm>
                <a:off x="2025348" y="3145361"/>
                <a:ext cx="406327" cy="406290"/>
              </a:xfrm>
              <a:custGeom>
                <a:rect b="b" l="l" r="r" t="t"/>
                <a:pathLst>
                  <a:path extrusionOk="0" h="11042" w="11043">
                    <a:moveTo>
                      <a:pt x="3003" y="1"/>
                    </a:moveTo>
                    <a:lnTo>
                      <a:pt x="3003" y="1001"/>
                    </a:lnTo>
                    <a:lnTo>
                      <a:pt x="1002" y="1001"/>
                    </a:lnTo>
                    <a:lnTo>
                      <a:pt x="1002" y="2002"/>
                    </a:lnTo>
                    <a:lnTo>
                      <a:pt x="1" y="2002"/>
                    </a:lnTo>
                    <a:lnTo>
                      <a:pt x="1" y="3003"/>
                    </a:lnTo>
                    <a:lnTo>
                      <a:pt x="1" y="4037"/>
                    </a:lnTo>
                    <a:lnTo>
                      <a:pt x="1" y="5038"/>
                    </a:lnTo>
                    <a:lnTo>
                      <a:pt x="1" y="6038"/>
                    </a:lnTo>
                    <a:lnTo>
                      <a:pt x="3003" y="6038"/>
                    </a:lnTo>
                    <a:lnTo>
                      <a:pt x="3003" y="5038"/>
                    </a:lnTo>
                    <a:lnTo>
                      <a:pt x="3003" y="4037"/>
                    </a:lnTo>
                    <a:lnTo>
                      <a:pt x="3003" y="3003"/>
                    </a:lnTo>
                    <a:lnTo>
                      <a:pt x="3003" y="2002"/>
                    </a:lnTo>
                    <a:lnTo>
                      <a:pt x="4037" y="2002"/>
                    </a:lnTo>
                    <a:lnTo>
                      <a:pt x="4037" y="1001"/>
                    </a:lnTo>
                    <a:lnTo>
                      <a:pt x="7039" y="1001"/>
                    </a:lnTo>
                    <a:lnTo>
                      <a:pt x="7039" y="2002"/>
                    </a:lnTo>
                    <a:lnTo>
                      <a:pt x="8040" y="2002"/>
                    </a:lnTo>
                    <a:lnTo>
                      <a:pt x="8040" y="3003"/>
                    </a:lnTo>
                    <a:lnTo>
                      <a:pt x="8040" y="4037"/>
                    </a:lnTo>
                    <a:lnTo>
                      <a:pt x="8040" y="5038"/>
                    </a:lnTo>
                    <a:lnTo>
                      <a:pt x="8040" y="6038"/>
                    </a:lnTo>
                    <a:lnTo>
                      <a:pt x="7039" y="6038"/>
                    </a:lnTo>
                    <a:lnTo>
                      <a:pt x="7039" y="7039"/>
                    </a:lnTo>
                    <a:lnTo>
                      <a:pt x="6038" y="7039"/>
                    </a:lnTo>
                    <a:lnTo>
                      <a:pt x="6038" y="8040"/>
                    </a:lnTo>
                    <a:lnTo>
                      <a:pt x="5038" y="8040"/>
                    </a:lnTo>
                    <a:lnTo>
                      <a:pt x="5038" y="9040"/>
                    </a:lnTo>
                    <a:lnTo>
                      <a:pt x="5038" y="10041"/>
                    </a:lnTo>
                    <a:lnTo>
                      <a:pt x="5038" y="11042"/>
                    </a:lnTo>
                    <a:lnTo>
                      <a:pt x="8040" y="11042"/>
                    </a:lnTo>
                    <a:lnTo>
                      <a:pt x="8040" y="10041"/>
                    </a:lnTo>
                    <a:lnTo>
                      <a:pt x="8040" y="9040"/>
                    </a:lnTo>
                    <a:lnTo>
                      <a:pt x="8040" y="8040"/>
                    </a:lnTo>
                    <a:lnTo>
                      <a:pt x="9041" y="8040"/>
                    </a:lnTo>
                    <a:lnTo>
                      <a:pt x="9041" y="7039"/>
                    </a:lnTo>
                    <a:lnTo>
                      <a:pt x="10041" y="7039"/>
                    </a:lnTo>
                    <a:lnTo>
                      <a:pt x="10041" y="6038"/>
                    </a:lnTo>
                    <a:lnTo>
                      <a:pt x="11042" y="6038"/>
                    </a:lnTo>
                    <a:lnTo>
                      <a:pt x="11042" y="5038"/>
                    </a:lnTo>
                    <a:lnTo>
                      <a:pt x="11042" y="4037"/>
                    </a:lnTo>
                    <a:lnTo>
                      <a:pt x="11042" y="3003"/>
                    </a:lnTo>
                    <a:lnTo>
                      <a:pt x="11042" y="2002"/>
                    </a:lnTo>
                    <a:lnTo>
                      <a:pt x="10041" y="2002"/>
                    </a:lnTo>
                    <a:lnTo>
                      <a:pt x="10041" y="1001"/>
                    </a:lnTo>
                    <a:lnTo>
                      <a:pt x="8040" y="1001"/>
                    </a:lnTo>
                    <a:lnTo>
                      <a:pt x="804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581" name="Google Shape;581;p29"/>
          <p:cNvSpPr txBox="1"/>
          <p:nvPr>
            <p:ph idx="1" type="subTitle"/>
          </p:nvPr>
        </p:nvSpPr>
        <p:spPr>
          <a:xfrm>
            <a:off x="713100" y="1134125"/>
            <a:ext cx="3739500" cy="3474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0B36"/>
              </a:buClr>
              <a:buSzPts val="1600"/>
              <a:buFont typeface="Poppins"/>
              <a:buChar char="●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2850"/>
              </a:buClr>
              <a:buSzPts val="1600"/>
              <a:buFont typeface="Red Hat Text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2850"/>
              </a:buClr>
              <a:buSzPts val="1600"/>
              <a:buFont typeface="Red Hat Text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2850"/>
              </a:buClr>
              <a:buSzPts val="1600"/>
              <a:buFont typeface="Red Hat Text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2850"/>
              </a:buClr>
              <a:buSzPts val="1600"/>
              <a:buFont typeface="Red Hat Text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2850"/>
              </a:buClr>
              <a:buSzPts val="1600"/>
              <a:buFont typeface="Red Hat Text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2850"/>
              </a:buClr>
              <a:buSzPts val="1600"/>
              <a:buFont typeface="Red Hat Text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2850"/>
              </a:buClr>
              <a:buSzPts val="1600"/>
              <a:buFont typeface="Red Hat Text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2850"/>
              </a:buClr>
              <a:buSzPts val="1600"/>
              <a:buFont typeface="Red Hat Text"/>
              <a:buChar char="■"/>
              <a:defRPr/>
            </a:lvl9pPr>
          </a:lstStyle>
          <a:p/>
        </p:txBody>
      </p:sp>
      <p:sp>
        <p:nvSpPr>
          <p:cNvPr id="582" name="Google Shape;582;p29"/>
          <p:cNvSpPr txBox="1"/>
          <p:nvPr>
            <p:ph idx="2" type="subTitle"/>
          </p:nvPr>
        </p:nvSpPr>
        <p:spPr>
          <a:xfrm>
            <a:off x="4689400" y="1134125"/>
            <a:ext cx="3739500" cy="3474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0B36"/>
              </a:buClr>
              <a:buSzPts val="1600"/>
              <a:buFont typeface="Poppins"/>
              <a:buChar char="●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2850"/>
              </a:buClr>
              <a:buSzPts val="1600"/>
              <a:buFont typeface="Red Hat Text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2850"/>
              </a:buClr>
              <a:buSzPts val="1600"/>
              <a:buFont typeface="Red Hat Text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2850"/>
              </a:buClr>
              <a:buSzPts val="1600"/>
              <a:buFont typeface="Red Hat Text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2850"/>
              </a:buClr>
              <a:buSzPts val="1600"/>
              <a:buFont typeface="Red Hat Text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2850"/>
              </a:buClr>
              <a:buSzPts val="1600"/>
              <a:buFont typeface="Red Hat Text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2850"/>
              </a:buClr>
              <a:buSzPts val="1600"/>
              <a:buFont typeface="Red Hat Text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2850"/>
              </a:buClr>
              <a:buSzPts val="1600"/>
              <a:buFont typeface="Red Hat Text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2850"/>
              </a:buClr>
              <a:buSzPts val="1600"/>
              <a:buFont typeface="Red Hat Text"/>
              <a:buChar char="■"/>
              <a:defRPr/>
            </a:lvl9pPr>
          </a:lstStyle>
          <a:p/>
        </p:txBody>
      </p:sp>
      <p:sp>
        <p:nvSpPr>
          <p:cNvPr id="583" name="Google Shape;583;p2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BLANK_1_1_1_1_1_1_2"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5" name="Google Shape;585;p30"/>
          <p:cNvGrpSpPr/>
          <p:nvPr/>
        </p:nvGrpSpPr>
        <p:grpSpPr>
          <a:xfrm>
            <a:off x="69150" y="137187"/>
            <a:ext cx="9031450" cy="282372"/>
            <a:chOff x="69150" y="137187"/>
            <a:chExt cx="9031450" cy="282372"/>
          </a:xfrm>
        </p:grpSpPr>
        <p:cxnSp>
          <p:nvCxnSpPr>
            <p:cNvPr id="586" name="Google Shape;586;p30"/>
            <p:cNvCxnSpPr/>
            <p:nvPr/>
          </p:nvCxnSpPr>
          <p:spPr>
            <a:xfrm>
              <a:off x="78700" y="278373"/>
              <a:ext cx="9021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87" name="Google Shape;587;p30"/>
            <p:cNvCxnSpPr/>
            <p:nvPr/>
          </p:nvCxnSpPr>
          <p:spPr>
            <a:xfrm>
              <a:off x="69150" y="207780"/>
              <a:ext cx="9021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88" name="Google Shape;588;p30"/>
            <p:cNvCxnSpPr/>
            <p:nvPr/>
          </p:nvCxnSpPr>
          <p:spPr>
            <a:xfrm>
              <a:off x="73925" y="137187"/>
              <a:ext cx="9021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89" name="Google Shape;589;p30"/>
            <p:cNvCxnSpPr/>
            <p:nvPr/>
          </p:nvCxnSpPr>
          <p:spPr>
            <a:xfrm>
              <a:off x="78700" y="419559"/>
              <a:ext cx="9021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90" name="Google Shape;590;p30"/>
            <p:cNvCxnSpPr/>
            <p:nvPr/>
          </p:nvCxnSpPr>
          <p:spPr>
            <a:xfrm>
              <a:off x="78700" y="348966"/>
              <a:ext cx="9021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591" name="Google Shape;591;p30"/>
          <p:cNvSpPr/>
          <p:nvPr/>
        </p:nvSpPr>
        <p:spPr>
          <a:xfrm>
            <a:off x="70625" y="64225"/>
            <a:ext cx="9028500" cy="5028000"/>
          </a:xfrm>
          <a:prstGeom prst="roundRect">
            <a:avLst>
              <a:gd fmla="val 2044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92" name="Google Shape;592;p30"/>
          <p:cNvGrpSpPr/>
          <p:nvPr/>
        </p:nvGrpSpPr>
        <p:grpSpPr>
          <a:xfrm>
            <a:off x="234375" y="117804"/>
            <a:ext cx="256800" cy="256800"/>
            <a:chOff x="234375" y="110636"/>
            <a:chExt cx="256800" cy="256800"/>
          </a:xfrm>
        </p:grpSpPr>
        <p:sp>
          <p:nvSpPr>
            <p:cNvPr id="593" name="Google Shape;593;p30"/>
            <p:cNvSpPr/>
            <p:nvPr/>
          </p:nvSpPr>
          <p:spPr>
            <a:xfrm>
              <a:off x="234375" y="110636"/>
              <a:ext cx="256800" cy="2568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4" name="Google Shape;594;p30"/>
            <p:cNvSpPr/>
            <p:nvPr/>
          </p:nvSpPr>
          <p:spPr>
            <a:xfrm>
              <a:off x="234375" y="110636"/>
              <a:ext cx="256800" cy="256800"/>
            </a:xfrm>
            <a:prstGeom prst="mathMultiply">
              <a:avLst>
                <a:gd fmla="val 23520" name="adj1"/>
              </a:avLst>
            </a:prstGeom>
            <a:solidFill>
              <a:schemeClr val="l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595" name="Google Shape;595;p30"/>
          <p:cNvCxnSpPr/>
          <p:nvPr/>
        </p:nvCxnSpPr>
        <p:spPr>
          <a:xfrm>
            <a:off x="73925" y="5008650"/>
            <a:ext cx="9021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596" name="Google Shape;596;p30"/>
          <p:cNvGrpSpPr/>
          <p:nvPr/>
        </p:nvGrpSpPr>
        <p:grpSpPr>
          <a:xfrm>
            <a:off x="6760300" y="117804"/>
            <a:ext cx="2161200" cy="256800"/>
            <a:chOff x="6760300" y="96350"/>
            <a:chExt cx="2161200" cy="256800"/>
          </a:xfrm>
        </p:grpSpPr>
        <p:sp>
          <p:nvSpPr>
            <p:cNvPr id="597" name="Google Shape;597;p30"/>
            <p:cNvSpPr/>
            <p:nvPr/>
          </p:nvSpPr>
          <p:spPr>
            <a:xfrm>
              <a:off x="6760300" y="96350"/>
              <a:ext cx="2161200" cy="2568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598" name="Google Shape;598;p30"/>
            <p:cNvGrpSpPr/>
            <p:nvPr/>
          </p:nvGrpSpPr>
          <p:grpSpPr>
            <a:xfrm>
              <a:off x="8683881" y="115948"/>
              <a:ext cx="159362" cy="217605"/>
              <a:chOff x="2025348" y="3145361"/>
              <a:chExt cx="406327" cy="554831"/>
            </a:xfrm>
          </p:grpSpPr>
          <p:sp>
            <p:nvSpPr>
              <p:cNvPr id="599" name="Google Shape;599;p30"/>
              <p:cNvSpPr/>
              <p:nvPr/>
            </p:nvSpPr>
            <p:spPr>
              <a:xfrm>
                <a:off x="2173889" y="3589660"/>
                <a:ext cx="184122" cy="110532"/>
              </a:xfrm>
              <a:custGeom>
                <a:rect b="b" l="l" r="r" t="t"/>
                <a:pathLst>
                  <a:path extrusionOk="0" h="3004" w="5004">
                    <a:moveTo>
                      <a:pt x="1001" y="1"/>
                    </a:moveTo>
                    <a:lnTo>
                      <a:pt x="1001" y="1002"/>
                    </a:lnTo>
                    <a:lnTo>
                      <a:pt x="0" y="1002"/>
                    </a:lnTo>
                    <a:lnTo>
                      <a:pt x="0" y="2002"/>
                    </a:lnTo>
                    <a:lnTo>
                      <a:pt x="1001" y="2002"/>
                    </a:lnTo>
                    <a:lnTo>
                      <a:pt x="1001" y="3003"/>
                    </a:lnTo>
                    <a:lnTo>
                      <a:pt x="4003" y="3003"/>
                    </a:lnTo>
                    <a:lnTo>
                      <a:pt x="4003" y="2002"/>
                    </a:lnTo>
                    <a:lnTo>
                      <a:pt x="5004" y="2002"/>
                    </a:lnTo>
                    <a:lnTo>
                      <a:pt x="5004" y="1002"/>
                    </a:lnTo>
                    <a:lnTo>
                      <a:pt x="4003" y="1002"/>
                    </a:lnTo>
                    <a:lnTo>
                      <a:pt x="400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0" name="Google Shape;600;p30"/>
              <p:cNvSpPr/>
              <p:nvPr/>
            </p:nvSpPr>
            <p:spPr>
              <a:xfrm>
                <a:off x="2025348" y="3145361"/>
                <a:ext cx="406327" cy="406290"/>
              </a:xfrm>
              <a:custGeom>
                <a:rect b="b" l="l" r="r" t="t"/>
                <a:pathLst>
                  <a:path extrusionOk="0" h="11042" w="11043">
                    <a:moveTo>
                      <a:pt x="3003" y="1"/>
                    </a:moveTo>
                    <a:lnTo>
                      <a:pt x="3003" y="1001"/>
                    </a:lnTo>
                    <a:lnTo>
                      <a:pt x="1002" y="1001"/>
                    </a:lnTo>
                    <a:lnTo>
                      <a:pt x="1002" y="2002"/>
                    </a:lnTo>
                    <a:lnTo>
                      <a:pt x="1" y="2002"/>
                    </a:lnTo>
                    <a:lnTo>
                      <a:pt x="1" y="3003"/>
                    </a:lnTo>
                    <a:lnTo>
                      <a:pt x="1" y="4037"/>
                    </a:lnTo>
                    <a:lnTo>
                      <a:pt x="1" y="5038"/>
                    </a:lnTo>
                    <a:lnTo>
                      <a:pt x="1" y="6038"/>
                    </a:lnTo>
                    <a:lnTo>
                      <a:pt x="3003" y="6038"/>
                    </a:lnTo>
                    <a:lnTo>
                      <a:pt x="3003" y="5038"/>
                    </a:lnTo>
                    <a:lnTo>
                      <a:pt x="3003" y="4037"/>
                    </a:lnTo>
                    <a:lnTo>
                      <a:pt x="3003" y="3003"/>
                    </a:lnTo>
                    <a:lnTo>
                      <a:pt x="3003" y="2002"/>
                    </a:lnTo>
                    <a:lnTo>
                      <a:pt x="4037" y="2002"/>
                    </a:lnTo>
                    <a:lnTo>
                      <a:pt x="4037" y="1001"/>
                    </a:lnTo>
                    <a:lnTo>
                      <a:pt x="7039" y="1001"/>
                    </a:lnTo>
                    <a:lnTo>
                      <a:pt x="7039" y="2002"/>
                    </a:lnTo>
                    <a:lnTo>
                      <a:pt x="8040" y="2002"/>
                    </a:lnTo>
                    <a:lnTo>
                      <a:pt x="8040" y="3003"/>
                    </a:lnTo>
                    <a:lnTo>
                      <a:pt x="8040" y="4037"/>
                    </a:lnTo>
                    <a:lnTo>
                      <a:pt x="8040" y="5038"/>
                    </a:lnTo>
                    <a:lnTo>
                      <a:pt x="8040" y="6038"/>
                    </a:lnTo>
                    <a:lnTo>
                      <a:pt x="7039" y="6038"/>
                    </a:lnTo>
                    <a:lnTo>
                      <a:pt x="7039" y="7039"/>
                    </a:lnTo>
                    <a:lnTo>
                      <a:pt x="6038" y="7039"/>
                    </a:lnTo>
                    <a:lnTo>
                      <a:pt x="6038" y="8040"/>
                    </a:lnTo>
                    <a:lnTo>
                      <a:pt x="5038" y="8040"/>
                    </a:lnTo>
                    <a:lnTo>
                      <a:pt x="5038" y="9040"/>
                    </a:lnTo>
                    <a:lnTo>
                      <a:pt x="5038" y="10041"/>
                    </a:lnTo>
                    <a:lnTo>
                      <a:pt x="5038" y="11042"/>
                    </a:lnTo>
                    <a:lnTo>
                      <a:pt x="8040" y="11042"/>
                    </a:lnTo>
                    <a:lnTo>
                      <a:pt x="8040" y="10041"/>
                    </a:lnTo>
                    <a:lnTo>
                      <a:pt x="8040" y="9040"/>
                    </a:lnTo>
                    <a:lnTo>
                      <a:pt x="8040" y="8040"/>
                    </a:lnTo>
                    <a:lnTo>
                      <a:pt x="9041" y="8040"/>
                    </a:lnTo>
                    <a:lnTo>
                      <a:pt x="9041" y="7039"/>
                    </a:lnTo>
                    <a:lnTo>
                      <a:pt x="10041" y="7039"/>
                    </a:lnTo>
                    <a:lnTo>
                      <a:pt x="10041" y="6038"/>
                    </a:lnTo>
                    <a:lnTo>
                      <a:pt x="11042" y="6038"/>
                    </a:lnTo>
                    <a:lnTo>
                      <a:pt x="11042" y="5038"/>
                    </a:lnTo>
                    <a:lnTo>
                      <a:pt x="11042" y="4037"/>
                    </a:lnTo>
                    <a:lnTo>
                      <a:pt x="11042" y="3003"/>
                    </a:lnTo>
                    <a:lnTo>
                      <a:pt x="11042" y="2002"/>
                    </a:lnTo>
                    <a:lnTo>
                      <a:pt x="10041" y="2002"/>
                    </a:lnTo>
                    <a:lnTo>
                      <a:pt x="10041" y="1001"/>
                    </a:lnTo>
                    <a:lnTo>
                      <a:pt x="8040" y="1001"/>
                    </a:lnTo>
                    <a:lnTo>
                      <a:pt x="804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601" name="Google Shape;601;p30"/>
          <p:cNvSpPr txBox="1"/>
          <p:nvPr>
            <p:ph type="ctrTitle"/>
          </p:nvPr>
        </p:nvSpPr>
        <p:spPr>
          <a:xfrm>
            <a:off x="2425000" y="722750"/>
            <a:ext cx="4297800" cy="94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602" name="Google Shape;602;p30"/>
          <p:cNvSpPr txBox="1"/>
          <p:nvPr>
            <p:ph idx="1" type="subTitle"/>
          </p:nvPr>
        </p:nvSpPr>
        <p:spPr>
          <a:xfrm>
            <a:off x="2426950" y="1707225"/>
            <a:ext cx="4293900" cy="83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603" name="Google Shape;603;p30"/>
          <p:cNvSpPr txBox="1"/>
          <p:nvPr/>
        </p:nvSpPr>
        <p:spPr>
          <a:xfrm>
            <a:off x="1786325" y="3350375"/>
            <a:ext cx="5597100" cy="86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o" sz="12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rPr>
              <a:t>CREDITS: This presentation template was created by </a:t>
            </a:r>
            <a:r>
              <a:rPr b="1" lang="ro" sz="1200">
                <a:solidFill>
                  <a:schemeClr val="dk1"/>
                </a:solidFill>
                <a:uFill>
                  <a:noFill/>
                </a:uFill>
                <a:latin typeface="Fira Code"/>
                <a:ea typeface="Fira Code"/>
                <a:cs typeface="Fira Code"/>
                <a:sym typeface="Fira Code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ro" sz="12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rPr>
              <a:t>, and includes icons by </a:t>
            </a:r>
            <a:r>
              <a:rPr b="1" lang="ro" sz="1200">
                <a:solidFill>
                  <a:schemeClr val="dk1"/>
                </a:solidFill>
                <a:uFill>
                  <a:noFill/>
                </a:uFill>
                <a:latin typeface="Fira Code"/>
                <a:ea typeface="Fira Code"/>
                <a:cs typeface="Fira Code"/>
                <a:sym typeface="Fira Code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ro" sz="12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rPr>
              <a:t>, and infographics &amp; images by </a:t>
            </a:r>
            <a:r>
              <a:rPr b="1" lang="ro" sz="1200">
                <a:solidFill>
                  <a:schemeClr val="dk1"/>
                </a:solidFill>
                <a:uFill>
                  <a:noFill/>
                </a:uFill>
                <a:latin typeface="Fira Code"/>
                <a:ea typeface="Fira Code"/>
                <a:cs typeface="Fira Code"/>
                <a:sym typeface="Fira Code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endParaRPr b="1" sz="1200">
              <a:solidFill>
                <a:schemeClr val="dk1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BLANK_1_1_1_1_1_1_1">
    <p:spTree>
      <p:nvGrpSpPr>
        <p:cNvPr id="604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5" name="Google Shape;605;p31"/>
          <p:cNvGrpSpPr/>
          <p:nvPr/>
        </p:nvGrpSpPr>
        <p:grpSpPr>
          <a:xfrm>
            <a:off x="69150" y="137187"/>
            <a:ext cx="9031450" cy="282372"/>
            <a:chOff x="69150" y="137187"/>
            <a:chExt cx="9031450" cy="282372"/>
          </a:xfrm>
        </p:grpSpPr>
        <p:cxnSp>
          <p:nvCxnSpPr>
            <p:cNvPr id="606" name="Google Shape;606;p31"/>
            <p:cNvCxnSpPr/>
            <p:nvPr/>
          </p:nvCxnSpPr>
          <p:spPr>
            <a:xfrm>
              <a:off x="78700" y="278373"/>
              <a:ext cx="9021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07" name="Google Shape;607;p31"/>
            <p:cNvCxnSpPr/>
            <p:nvPr/>
          </p:nvCxnSpPr>
          <p:spPr>
            <a:xfrm>
              <a:off x="69150" y="207780"/>
              <a:ext cx="9021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08" name="Google Shape;608;p31"/>
            <p:cNvCxnSpPr/>
            <p:nvPr/>
          </p:nvCxnSpPr>
          <p:spPr>
            <a:xfrm>
              <a:off x="73925" y="137187"/>
              <a:ext cx="9021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09" name="Google Shape;609;p31"/>
            <p:cNvCxnSpPr/>
            <p:nvPr/>
          </p:nvCxnSpPr>
          <p:spPr>
            <a:xfrm>
              <a:off x="78700" y="419559"/>
              <a:ext cx="9021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10" name="Google Shape;610;p31"/>
            <p:cNvCxnSpPr/>
            <p:nvPr/>
          </p:nvCxnSpPr>
          <p:spPr>
            <a:xfrm>
              <a:off x="78700" y="348966"/>
              <a:ext cx="9021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611" name="Google Shape;611;p31"/>
          <p:cNvSpPr/>
          <p:nvPr/>
        </p:nvSpPr>
        <p:spPr>
          <a:xfrm>
            <a:off x="70625" y="64225"/>
            <a:ext cx="9028500" cy="5028000"/>
          </a:xfrm>
          <a:prstGeom prst="roundRect">
            <a:avLst>
              <a:gd fmla="val 2044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12" name="Google Shape;612;p31"/>
          <p:cNvGrpSpPr/>
          <p:nvPr/>
        </p:nvGrpSpPr>
        <p:grpSpPr>
          <a:xfrm>
            <a:off x="234375" y="117804"/>
            <a:ext cx="256800" cy="256800"/>
            <a:chOff x="234375" y="110636"/>
            <a:chExt cx="256800" cy="256800"/>
          </a:xfrm>
        </p:grpSpPr>
        <p:sp>
          <p:nvSpPr>
            <p:cNvPr id="613" name="Google Shape;613;p31"/>
            <p:cNvSpPr/>
            <p:nvPr/>
          </p:nvSpPr>
          <p:spPr>
            <a:xfrm>
              <a:off x="234375" y="110636"/>
              <a:ext cx="256800" cy="2568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4" name="Google Shape;614;p31"/>
            <p:cNvSpPr/>
            <p:nvPr/>
          </p:nvSpPr>
          <p:spPr>
            <a:xfrm>
              <a:off x="253750" y="130008"/>
              <a:ext cx="218100" cy="218100"/>
            </a:xfrm>
            <a:prstGeom prst="smileyFace">
              <a:avLst>
                <a:gd fmla="val 4653" name="adj"/>
              </a:avLst>
            </a:prstGeom>
            <a:solidFill>
              <a:schemeClr val="l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615" name="Google Shape;615;p31"/>
          <p:cNvCxnSpPr/>
          <p:nvPr/>
        </p:nvCxnSpPr>
        <p:spPr>
          <a:xfrm>
            <a:off x="73925" y="5008650"/>
            <a:ext cx="9021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16" name="Google Shape;616;p31"/>
          <p:cNvSpPr/>
          <p:nvPr/>
        </p:nvSpPr>
        <p:spPr>
          <a:xfrm>
            <a:off x="6760300" y="117804"/>
            <a:ext cx="2161200" cy="256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17" name="Google Shape;617;p31"/>
          <p:cNvGrpSpPr/>
          <p:nvPr/>
        </p:nvGrpSpPr>
        <p:grpSpPr>
          <a:xfrm>
            <a:off x="8712862" y="137154"/>
            <a:ext cx="132938" cy="218080"/>
            <a:chOff x="4113132" y="2072643"/>
            <a:chExt cx="406290" cy="666503"/>
          </a:xfrm>
        </p:grpSpPr>
        <p:sp>
          <p:nvSpPr>
            <p:cNvPr id="618" name="Google Shape;618;p31"/>
            <p:cNvSpPr/>
            <p:nvPr/>
          </p:nvSpPr>
          <p:spPr>
            <a:xfrm>
              <a:off x="4113132" y="2072643"/>
              <a:ext cx="406290" cy="662825"/>
            </a:xfrm>
            <a:custGeom>
              <a:rect b="b" l="l" r="r" t="t"/>
              <a:pathLst>
                <a:path extrusionOk="0" h="18014" w="11042">
                  <a:moveTo>
                    <a:pt x="0" y="0"/>
                  </a:moveTo>
                  <a:lnTo>
                    <a:pt x="0" y="1001"/>
                  </a:lnTo>
                  <a:lnTo>
                    <a:pt x="0" y="2002"/>
                  </a:lnTo>
                  <a:lnTo>
                    <a:pt x="1001" y="2002"/>
                  </a:lnTo>
                  <a:lnTo>
                    <a:pt x="1001" y="6005"/>
                  </a:lnTo>
                  <a:lnTo>
                    <a:pt x="2002" y="6005"/>
                  </a:lnTo>
                  <a:lnTo>
                    <a:pt x="2002" y="7005"/>
                  </a:lnTo>
                  <a:lnTo>
                    <a:pt x="3002" y="7005"/>
                  </a:lnTo>
                  <a:lnTo>
                    <a:pt x="3002" y="8006"/>
                  </a:lnTo>
                  <a:lnTo>
                    <a:pt x="4003" y="8006"/>
                  </a:lnTo>
                  <a:lnTo>
                    <a:pt x="4003" y="9007"/>
                  </a:lnTo>
                  <a:lnTo>
                    <a:pt x="4003" y="10008"/>
                  </a:lnTo>
                  <a:lnTo>
                    <a:pt x="3002" y="10008"/>
                  </a:lnTo>
                  <a:lnTo>
                    <a:pt x="3002" y="11008"/>
                  </a:lnTo>
                  <a:lnTo>
                    <a:pt x="2002" y="11008"/>
                  </a:lnTo>
                  <a:lnTo>
                    <a:pt x="2002" y="12009"/>
                  </a:lnTo>
                  <a:lnTo>
                    <a:pt x="1001" y="12009"/>
                  </a:lnTo>
                  <a:lnTo>
                    <a:pt x="1001" y="16012"/>
                  </a:lnTo>
                  <a:lnTo>
                    <a:pt x="0" y="16012"/>
                  </a:lnTo>
                  <a:lnTo>
                    <a:pt x="0" y="17013"/>
                  </a:lnTo>
                  <a:lnTo>
                    <a:pt x="0" y="18013"/>
                  </a:lnTo>
                  <a:lnTo>
                    <a:pt x="11042" y="18013"/>
                  </a:lnTo>
                  <a:lnTo>
                    <a:pt x="11042" y="17013"/>
                  </a:lnTo>
                  <a:lnTo>
                    <a:pt x="11042" y="16012"/>
                  </a:lnTo>
                  <a:lnTo>
                    <a:pt x="10041" y="16012"/>
                  </a:lnTo>
                  <a:lnTo>
                    <a:pt x="10041" y="12009"/>
                  </a:lnTo>
                  <a:lnTo>
                    <a:pt x="9040" y="12009"/>
                  </a:lnTo>
                  <a:lnTo>
                    <a:pt x="9040" y="11008"/>
                  </a:lnTo>
                  <a:lnTo>
                    <a:pt x="8039" y="11008"/>
                  </a:lnTo>
                  <a:lnTo>
                    <a:pt x="8039" y="10008"/>
                  </a:lnTo>
                  <a:lnTo>
                    <a:pt x="7039" y="10008"/>
                  </a:lnTo>
                  <a:lnTo>
                    <a:pt x="7039" y="9007"/>
                  </a:lnTo>
                  <a:lnTo>
                    <a:pt x="7039" y="8006"/>
                  </a:lnTo>
                  <a:lnTo>
                    <a:pt x="8039" y="8006"/>
                  </a:lnTo>
                  <a:lnTo>
                    <a:pt x="8039" y="7005"/>
                  </a:lnTo>
                  <a:lnTo>
                    <a:pt x="9040" y="7005"/>
                  </a:lnTo>
                  <a:lnTo>
                    <a:pt x="9040" y="6005"/>
                  </a:lnTo>
                  <a:lnTo>
                    <a:pt x="10041" y="6005"/>
                  </a:lnTo>
                  <a:lnTo>
                    <a:pt x="10041" y="2002"/>
                  </a:lnTo>
                  <a:lnTo>
                    <a:pt x="11042" y="2002"/>
                  </a:lnTo>
                  <a:lnTo>
                    <a:pt x="11042" y="1001"/>
                  </a:lnTo>
                  <a:lnTo>
                    <a:pt x="11042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9" name="Google Shape;619;p31"/>
            <p:cNvSpPr/>
            <p:nvPr/>
          </p:nvSpPr>
          <p:spPr>
            <a:xfrm>
              <a:off x="4260422" y="2367223"/>
              <a:ext cx="36832" cy="36832"/>
            </a:xfrm>
            <a:custGeom>
              <a:rect b="b" l="l" r="r" t="t"/>
              <a:pathLst>
                <a:path extrusionOk="0" h="1001" w="1001">
                  <a:moveTo>
                    <a:pt x="0" y="0"/>
                  </a:moveTo>
                  <a:lnTo>
                    <a:pt x="0" y="1001"/>
                  </a:lnTo>
                  <a:lnTo>
                    <a:pt x="1001" y="1001"/>
                  </a:lnTo>
                  <a:lnTo>
                    <a:pt x="100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0" name="Google Shape;620;p31"/>
            <p:cNvSpPr/>
            <p:nvPr/>
          </p:nvSpPr>
          <p:spPr>
            <a:xfrm>
              <a:off x="4260422" y="2405269"/>
              <a:ext cx="36832" cy="36832"/>
            </a:xfrm>
            <a:custGeom>
              <a:rect b="b" l="l" r="r" t="t"/>
              <a:pathLst>
                <a:path extrusionOk="0" h="1001" w="1001">
                  <a:moveTo>
                    <a:pt x="0" y="0"/>
                  </a:moveTo>
                  <a:lnTo>
                    <a:pt x="0" y="1001"/>
                  </a:lnTo>
                  <a:lnTo>
                    <a:pt x="1001" y="1001"/>
                  </a:lnTo>
                  <a:lnTo>
                    <a:pt x="100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1" name="Google Shape;621;p31"/>
            <p:cNvSpPr/>
            <p:nvPr/>
          </p:nvSpPr>
          <p:spPr>
            <a:xfrm>
              <a:off x="4223590" y="2442064"/>
              <a:ext cx="36869" cy="36869"/>
            </a:xfrm>
            <a:custGeom>
              <a:rect b="b" l="l" r="r" t="t"/>
              <a:pathLst>
                <a:path extrusionOk="0" h="1002" w="1002">
                  <a:moveTo>
                    <a:pt x="0" y="1"/>
                  </a:moveTo>
                  <a:lnTo>
                    <a:pt x="0" y="1002"/>
                  </a:lnTo>
                  <a:lnTo>
                    <a:pt x="1001" y="1002"/>
                  </a:lnTo>
                  <a:lnTo>
                    <a:pt x="100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2" name="Google Shape;622;p31"/>
            <p:cNvSpPr/>
            <p:nvPr/>
          </p:nvSpPr>
          <p:spPr>
            <a:xfrm>
              <a:off x="4186758" y="2478895"/>
              <a:ext cx="36869" cy="36869"/>
            </a:xfrm>
            <a:custGeom>
              <a:rect b="b" l="l" r="r" t="t"/>
              <a:pathLst>
                <a:path extrusionOk="0" h="1002" w="1002">
                  <a:moveTo>
                    <a:pt x="1" y="1"/>
                  </a:moveTo>
                  <a:lnTo>
                    <a:pt x="1" y="1001"/>
                  </a:lnTo>
                  <a:lnTo>
                    <a:pt x="1001" y="1001"/>
                  </a:lnTo>
                  <a:lnTo>
                    <a:pt x="100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3" name="Google Shape;623;p31"/>
            <p:cNvSpPr/>
            <p:nvPr/>
          </p:nvSpPr>
          <p:spPr>
            <a:xfrm>
              <a:off x="4223590" y="2330391"/>
              <a:ext cx="36869" cy="36869"/>
            </a:xfrm>
            <a:custGeom>
              <a:rect b="b" l="l" r="r" t="t"/>
              <a:pathLst>
                <a:path extrusionOk="0" h="1002" w="1002">
                  <a:moveTo>
                    <a:pt x="0" y="0"/>
                  </a:moveTo>
                  <a:lnTo>
                    <a:pt x="0" y="1001"/>
                  </a:lnTo>
                  <a:lnTo>
                    <a:pt x="1001" y="1001"/>
                  </a:lnTo>
                  <a:lnTo>
                    <a:pt x="100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4" name="Google Shape;624;p31"/>
            <p:cNvSpPr/>
            <p:nvPr/>
          </p:nvSpPr>
          <p:spPr>
            <a:xfrm>
              <a:off x="4186758" y="2293559"/>
              <a:ext cx="36869" cy="36869"/>
            </a:xfrm>
            <a:custGeom>
              <a:rect b="b" l="l" r="r" t="t"/>
              <a:pathLst>
                <a:path extrusionOk="0" h="1002" w="1002">
                  <a:moveTo>
                    <a:pt x="1" y="1"/>
                  </a:moveTo>
                  <a:lnTo>
                    <a:pt x="1" y="1001"/>
                  </a:lnTo>
                  <a:lnTo>
                    <a:pt x="1001" y="1001"/>
                  </a:lnTo>
                  <a:lnTo>
                    <a:pt x="100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5" name="Google Shape;625;p31"/>
            <p:cNvSpPr/>
            <p:nvPr/>
          </p:nvSpPr>
          <p:spPr>
            <a:xfrm>
              <a:off x="4149964" y="2146269"/>
              <a:ext cx="36832" cy="147327"/>
            </a:xfrm>
            <a:custGeom>
              <a:rect b="b" l="l" r="r" t="t"/>
              <a:pathLst>
                <a:path extrusionOk="0" h="4004" w="1001">
                  <a:moveTo>
                    <a:pt x="0" y="1"/>
                  </a:moveTo>
                  <a:lnTo>
                    <a:pt x="0" y="4004"/>
                  </a:lnTo>
                  <a:lnTo>
                    <a:pt x="1001" y="4004"/>
                  </a:lnTo>
                  <a:lnTo>
                    <a:pt x="100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6" name="Google Shape;626;p31"/>
            <p:cNvSpPr/>
            <p:nvPr/>
          </p:nvSpPr>
          <p:spPr>
            <a:xfrm>
              <a:off x="4113132" y="2072643"/>
              <a:ext cx="406290" cy="73664"/>
            </a:xfrm>
            <a:custGeom>
              <a:rect b="b" l="l" r="r" t="t"/>
              <a:pathLst>
                <a:path extrusionOk="0" h="2002" w="11042">
                  <a:moveTo>
                    <a:pt x="0" y="0"/>
                  </a:moveTo>
                  <a:lnTo>
                    <a:pt x="0" y="1001"/>
                  </a:lnTo>
                  <a:lnTo>
                    <a:pt x="0" y="2002"/>
                  </a:lnTo>
                  <a:lnTo>
                    <a:pt x="11042" y="2002"/>
                  </a:lnTo>
                  <a:lnTo>
                    <a:pt x="11042" y="1001"/>
                  </a:lnTo>
                  <a:lnTo>
                    <a:pt x="1104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7" name="Google Shape;627;p31"/>
            <p:cNvSpPr/>
            <p:nvPr/>
          </p:nvSpPr>
          <p:spPr>
            <a:xfrm>
              <a:off x="4334049" y="2367223"/>
              <a:ext cx="36869" cy="36832"/>
            </a:xfrm>
            <a:custGeom>
              <a:rect b="b" l="l" r="r" t="t"/>
              <a:pathLst>
                <a:path extrusionOk="0" h="1001" w="1002">
                  <a:moveTo>
                    <a:pt x="1" y="0"/>
                  </a:moveTo>
                  <a:lnTo>
                    <a:pt x="1" y="1001"/>
                  </a:lnTo>
                  <a:lnTo>
                    <a:pt x="1001" y="1001"/>
                  </a:lnTo>
                  <a:lnTo>
                    <a:pt x="100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8" name="Google Shape;628;p31"/>
            <p:cNvSpPr/>
            <p:nvPr/>
          </p:nvSpPr>
          <p:spPr>
            <a:xfrm>
              <a:off x="4334049" y="2405269"/>
              <a:ext cx="36869" cy="36832"/>
            </a:xfrm>
            <a:custGeom>
              <a:rect b="b" l="l" r="r" t="t"/>
              <a:pathLst>
                <a:path extrusionOk="0" h="1001" w="1002">
                  <a:moveTo>
                    <a:pt x="1" y="0"/>
                  </a:moveTo>
                  <a:lnTo>
                    <a:pt x="1" y="1001"/>
                  </a:lnTo>
                  <a:lnTo>
                    <a:pt x="1001" y="1001"/>
                  </a:lnTo>
                  <a:lnTo>
                    <a:pt x="100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9" name="Google Shape;629;p31"/>
            <p:cNvSpPr/>
            <p:nvPr/>
          </p:nvSpPr>
          <p:spPr>
            <a:xfrm>
              <a:off x="4370881" y="2442064"/>
              <a:ext cx="36869" cy="36869"/>
            </a:xfrm>
            <a:custGeom>
              <a:rect b="b" l="l" r="r" t="t"/>
              <a:pathLst>
                <a:path extrusionOk="0" h="1002" w="1002">
                  <a:moveTo>
                    <a:pt x="0" y="1"/>
                  </a:moveTo>
                  <a:lnTo>
                    <a:pt x="0" y="1002"/>
                  </a:lnTo>
                  <a:lnTo>
                    <a:pt x="1001" y="1002"/>
                  </a:lnTo>
                  <a:lnTo>
                    <a:pt x="100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0" name="Google Shape;630;p31"/>
            <p:cNvSpPr/>
            <p:nvPr/>
          </p:nvSpPr>
          <p:spPr>
            <a:xfrm>
              <a:off x="4408927" y="2478895"/>
              <a:ext cx="36869" cy="36869"/>
            </a:xfrm>
            <a:custGeom>
              <a:rect b="b" l="l" r="r" t="t"/>
              <a:pathLst>
                <a:path extrusionOk="0" h="1002" w="1002">
                  <a:moveTo>
                    <a:pt x="0" y="1"/>
                  </a:moveTo>
                  <a:lnTo>
                    <a:pt x="0" y="1001"/>
                  </a:lnTo>
                  <a:lnTo>
                    <a:pt x="1001" y="1001"/>
                  </a:lnTo>
                  <a:lnTo>
                    <a:pt x="100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1" name="Google Shape;631;p31"/>
            <p:cNvSpPr/>
            <p:nvPr/>
          </p:nvSpPr>
          <p:spPr>
            <a:xfrm>
              <a:off x="4370881" y="2330391"/>
              <a:ext cx="36869" cy="36869"/>
            </a:xfrm>
            <a:custGeom>
              <a:rect b="b" l="l" r="r" t="t"/>
              <a:pathLst>
                <a:path extrusionOk="0" h="1002" w="1002">
                  <a:moveTo>
                    <a:pt x="0" y="0"/>
                  </a:moveTo>
                  <a:lnTo>
                    <a:pt x="0" y="1001"/>
                  </a:lnTo>
                  <a:lnTo>
                    <a:pt x="1001" y="1001"/>
                  </a:lnTo>
                  <a:lnTo>
                    <a:pt x="100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2" name="Google Shape;632;p31"/>
            <p:cNvSpPr/>
            <p:nvPr/>
          </p:nvSpPr>
          <p:spPr>
            <a:xfrm>
              <a:off x="4297217" y="2293559"/>
              <a:ext cx="36869" cy="36869"/>
            </a:xfrm>
            <a:custGeom>
              <a:rect b="b" l="l" r="r" t="t"/>
              <a:pathLst>
                <a:path extrusionOk="0" h="1002" w="1002">
                  <a:moveTo>
                    <a:pt x="1" y="1"/>
                  </a:moveTo>
                  <a:lnTo>
                    <a:pt x="1" y="1001"/>
                  </a:lnTo>
                  <a:lnTo>
                    <a:pt x="1002" y="1001"/>
                  </a:lnTo>
                  <a:lnTo>
                    <a:pt x="100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3" name="Google Shape;633;p31"/>
            <p:cNvSpPr/>
            <p:nvPr/>
          </p:nvSpPr>
          <p:spPr>
            <a:xfrm>
              <a:off x="4260422" y="2256728"/>
              <a:ext cx="36832" cy="36869"/>
            </a:xfrm>
            <a:custGeom>
              <a:rect b="b" l="l" r="r" t="t"/>
              <a:pathLst>
                <a:path extrusionOk="0" h="1002" w="1001">
                  <a:moveTo>
                    <a:pt x="0" y="1"/>
                  </a:moveTo>
                  <a:lnTo>
                    <a:pt x="0" y="1002"/>
                  </a:lnTo>
                  <a:lnTo>
                    <a:pt x="1001" y="1002"/>
                  </a:lnTo>
                  <a:lnTo>
                    <a:pt x="100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4" name="Google Shape;634;p31"/>
            <p:cNvSpPr/>
            <p:nvPr/>
          </p:nvSpPr>
          <p:spPr>
            <a:xfrm>
              <a:off x="4334049" y="2256728"/>
              <a:ext cx="36869" cy="36869"/>
            </a:xfrm>
            <a:custGeom>
              <a:rect b="b" l="l" r="r" t="t"/>
              <a:pathLst>
                <a:path extrusionOk="0" h="1002" w="1002">
                  <a:moveTo>
                    <a:pt x="1" y="1"/>
                  </a:moveTo>
                  <a:lnTo>
                    <a:pt x="1" y="1002"/>
                  </a:lnTo>
                  <a:lnTo>
                    <a:pt x="1001" y="1002"/>
                  </a:lnTo>
                  <a:lnTo>
                    <a:pt x="100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5" name="Google Shape;635;p31"/>
            <p:cNvSpPr/>
            <p:nvPr/>
          </p:nvSpPr>
          <p:spPr>
            <a:xfrm>
              <a:off x="4408927" y="2293559"/>
              <a:ext cx="36869" cy="36869"/>
            </a:xfrm>
            <a:custGeom>
              <a:rect b="b" l="l" r="r" t="t"/>
              <a:pathLst>
                <a:path extrusionOk="0" h="1002" w="1002">
                  <a:moveTo>
                    <a:pt x="0" y="1"/>
                  </a:moveTo>
                  <a:lnTo>
                    <a:pt x="0" y="1001"/>
                  </a:lnTo>
                  <a:lnTo>
                    <a:pt x="1001" y="1001"/>
                  </a:lnTo>
                  <a:lnTo>
                    <a:pt x="100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6" name="Google Shape;636;p31"/>
            <p:cNvSpPr/>
            <p:nvPr/>
          </p:nvSpPr>
          <p:spPr>
            <a:xfrm>
              <a:off x="4445758" y="2146269"/>
              <a:ext cx="36832" cy="147327"/>
            </a:xfrm>
            <a:custGeom>
              <a:rect b="b" l="l" r="r" t="t"/>
              <a:pathLst>
                <a:path extrusionOk="0" h="4004" w="1001">
                  <a:moveTo>
                    <a:pt x="0" y="1"/>
                  </a:moveTo>
                  <a:lnTo>
                    <a:pt x="0" y="4004"/>
                  </a:lnTo>
                  <a:lnTo>
                    <a:pt x="1001" y="4004"/>
                  </a:lnTo>
                  <a:lnTo>
                    <a:pt x="100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7" name="Google Shape;637;p31"/>
            <p:cNvSpPr/>
            <p:nvPr/>
          </p:nvSpPr>
          <p:spPr>
            <a:xfrm>
              <a:off x="4149964" y="2515727"/>
              <a:ext cx="36832" cy="147327"/>
            </a:xfrm>
            <a:custGeom>
              <a:rect b="b" l="l" r="r" t="t"/>
              <a:pathLst>
                <a:path extrusionOk="0" h="4004" w="1001">
                  <a:moveTo>
                    <a:pt x="0" y="0"/>
                  </a:moveTo>
                  <a:lnTo>
                    <a:pt x="0" y="4003"/>
                  </a:lnTo>
                  <a:lnTo>
                    <a:pt x="1001" y="4003"/>
                  </a:lnTo>
                  <a:lnTo>
                    <a:pt x="100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8" name="Google Shape;638;p31"/>
            <p:cNvSpPr/>
            <p:nvPr/>
          </p:nvSpPr>
          <p:spPr>
            <a:xfrm>
              <a:off x="4113132" y="2663017"/>
              <a:ext cx="406290" cy="76129"/>
            </a:xfrm>
            <a:custGeom>
              <a:rect b="b" l="l" r="r" t="t"/>
              <a:pathLst>
                <a:path extrusionOk="0" h="2069" w="11042">
                  <a:moveTo>
                    <a:pt x="0" y="0"/>
                  </a:moveTo>
                  <a:lnTo>
                    <a:pt x="0" y="1068"/>
                  </a:lnTo>
                  <a:lnTo>
                    <a:pt x="0" y="2068"/>
                  </a:lnTo>
                  <a:lnTo>
                    <a:pt x="11042" y="2068"/>
                  </a:lnTo>
                  <a:lnTo>
                    <a:pt x="11042" y="1068"/>
                  </a:lnTo>
                  <a:lnTo>
                    <a:pt x="1104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9" name="Google Shape;639;p31"/>
            <p:cNvSpPr/>
            <p:nvPr/>
          </p:nvSpPr>
          <p:spPr>
            <a:xfrm>
              <a:off x="4223590" y="2515727"/>
              <a:ext cx="185373" cy="110495"/>
            </a:xfrm>
            <a:custGeom>
              <a:rect b="b" l="l" r="r" t="t"/>
              <a:pathLst>
                <a:path extrusionOk="0" h="3003" w="5038">
                  <a:moveTo>
                    <a:pt x="2002" y="0"/>
                  </a:moveTo>
                  <a:lnTo>
                    <a:pt x="2002" y="1001"/>
                  </a:lnTo>
                  <a:lnTo>
                    <a:pt x="1001" y="1001"/>
                  </a:lnTo>
                  <a:lnTo>
                    <a:pt x="1001" y="2002"/>
                  </a:lnTo>
                  <a:lnTo>
                    <a:pt x="0" y="2002"/>
                  </a:lnTo>
                  <a:lnTo>
                    <a:pt x="0" y="3002"/>
                  </a:lnTo>
                  <a:lnTo>
                    <a:pt x="5037" y="3002"/>
                  </a:lnTo>
                  <a:lnTo>
                    <a:pt x="5037" y="2002"/>
                  </a:lnTo>
                  <a:lnTo>
                    <a:pt x="4003" y="2002"/>
                  </a:lnTo>
                  <a:lnTo>
                    <a:pt x="4003" y="1001"/>
                  </a:lnTo>
                  <a:lnTo>
                    <a:pt x="3003" y="1001"/>
                  </a:lnTo>
                  <a:lnTo>
                    <a:pt x="30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0" name="Google Shape;640;p31"/>
            <p:cNvSpPr/>
            <p:nvPr/>
          </p:nvSpPr>
          <p:spPr>
            <a:xfrm>
              <a:off x="4445758" y="2515727"/>
              <a:ext cx="36832" cy="147327"/>
            </a:xfrm>
            <a:custGeom>
              <a:rect b="b" l="l" r="r" t="t"/>
              <a:pathLst>
                <a:path extrusionOk="0" h="4004" w="1001">
                  <a:moveTo>
                    <a:pt x="0" y="0"/>
                  </a:moveTo>
                  <a:lnTo>
                    <a:pt x="0" y="4003"/>
                  </a:lnTo>
                  <a:lnTo>
                    <a:pt x="1001" y="4003"/>
                  </a:lnTo>
                  <a:lnTo>
                    <a:pt x="100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10">
    <p:spTree>
      <p:nvGrpSpPr>
        <p:cNvPr id="64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42" name="Google Shape;642;p32"/>
          <p:cNvGrpSpPr/>
          <p:nvPr/>
        </p:nvGrpSpPr>
        <p:grpSpPr>
          <a:xfrm>
            <a:off x="69150" y="137187"/>
            <a:ext cx="9031450" cy="282372"/>
            <a:chOff x="69150" y="137187"/>
            <a:chExt cx="9031450" cy="282372"/>
          </a:xfrm>
        </p:grpSpPr>
        <p:cxnSp>
          <p:nvCxnSpPr>
            <p:cNvPr id="643" name="Google Shape;643;p32"/>
            <p:cNvCxnSpPr/>
            <p:nvPr/>
          </p:nvCxnSpPr>
          <p:spPr>
            <a:xfrm>
              <a:off x="78700" y="278373"/>
              <a:ext cx="9021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44" name="Google Shape;644;p32"/>
            <p:cNvCxnSpPr/>
            <p:nvPr/>
          </p:nvCxnSpPr>
          <p:spPr>
            <a:xfrm>
              <a:off x="69150" y="207780"/>
              <a:ext cx="9021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45" name="Google Shape;645;p32"/>
            <p:cNvCxnSpPr/>
            <p:nvPr/>
          </p:nvCxnSpPr>
          <p:spPr>
            <a:xfrm>
              <a:off x="73925" y="137187"/>
              <a:ext cx="9021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46" name="Google Shape;646;p32"/>
            <p:cNvCxnSpPr/>
            <p:nvPr/>
          </p:nvCxnSpPr>
          <p:spPr>
            <a:xfrm>
              <a:off x="78700" y="419559"/>
              <a:ext cx="9021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47" name="Google Shape;647;p32"/>
            <p:cNvCxnSpPr/>
            <p:nvPr/>
          </p:nvCxnSpPr>
          <p:spPr>
            <a:xfrm>
              <a:off x="78700" y="348966"/>
              <a:ext cx="9021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648" name="Google Shape;648;p32"/>
          <p:cNvSpPr/>
          <p:nvPr/>
        </p:nvSpPr>
        <p:spPr>
          <a:xfrm>
            <a:off x="70625" y="64225"/>
            <a:ext cx="9028500" cy="5028000"/>
          </a:xfrm>
          <a:prstGeom prst="roundRect">
            <a:avLst>
              <a:gd fmla="val 2044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49" name="Google Shape;649;p32"/>
          <p:cNvGrpSpPr/>
          <p:nvPr/>
        </p:nvGrpSpPr>
        <p:grpSpPr>
          <a:xfrm>
            <a:off x="234375" y="117804"/>
            <a:ext cx="256800" cy="256800"/>
            <a:chOff x="234375" y="110636"/>
            <a:chExt cx="256800" cy="256800"/>
          </a:xfrm>
        </p:grpSpPr>
        <p:sp>
          <p:nvSpPr>
            <p:cNvPr id="650" name="Google Shape;650;p32"/>
            <p:cNvSpPr/>
            <p:nvPr/>
          </p:nvSpPr>
          <p:spPr>
            <a:xfrm>
              <a:off x="234375" y="110636"/>
              <a:ext cx="256800" cy="2568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1" name="Google Shape;651;p32"/>
            <p:cNvSpPr/>
            <p:nvPr/>
          </p:nvSpPr>
          <p:spPr>
            <a:xfrm>
              <a:off x="253750" y="130008"/>
              <a:ext cx="218100" cy="218100"/>
            </a:xfrm>
            <a:prstGeom prst="leftRightArrowCallout">
              <a:avLst>
                <a:gd fmla="val 34916" name="adj1"/>
                <a:gd fmla="val 25000" name="adj2"/>
                <a:gd fmla="val 35030" name="adj3"/>
                <a:gd fmla="val 48123" name="adj4"/>
              </a:avLst>
            </a:prstGeom>
            <a:solidFill>
              <a:schemeClr val="l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652" name="Google Shape;652;p32"/>
          <p:cNvCxnSpPr/>
          <p:nvPr/>
        </p:nvCxnSpPr>
        <p:spPr>
          <a:xfrm>
            <a:off x="73925" y="5008650"/>
            <a:ext cx="9021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53" name="Google Shape;653;p32"/>
          <p:cNvSpPr/>
          <p:nvPr/>
        </p:nvSpPr>
        <p:spPr>
          <a:xfrm>
            <a:off x="6760300" y="117804"/>
            <a:ext cx="2161200" cy="256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4" name="Google Shape;654;p32"/>
          <p:cNvSpPr/>
          <p:nvPr/>
        </p:nvSpPr>
        <p:spPr>
          <a:xfrm>
            <a:off x="8690995" y="137150"/>
            <a:ext cx="152400" cy="218100"/>
          </a:xfrm>
          <a:prstGeom prst="curvedLeftArrow">
            <a:avLst>
              <a:gd fmla="val 25000" name="adj1"/>
              <a:gd fmla="val 50000" name="adj2"/>
              <a:gd fmla="val 25000" name="adj3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32" Type="http://schemas.openxmlformats.org/officeDocument/2006/relationships/theme" Target="../theme/theme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B6D7A8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5100" y="445025"/>
            <a:ext cx="7713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hakra Petch Medium"/>
              <a:buNone/>
              <a:defRPr sz="3500">
                <a:solidFill>
                  <a:schemeClr val="dk1"/>
                </a:solidFill>
                <a:latin typeface="Chakra Petch Medium"/>
                <a:ea typeface="Chakra Petch Medium"/>
                <a:cs typeface="Chakra Petch Medium"/>
                <a:sym typeface="Chakra Petch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hakra Petch Medium"/>
              <a:buNone/>
              <a:defRPr sz="3500">
                <a:solidFill>
                  <a:schemeClr val="dk1"/>
                </a:solidFill>
                <a:latin typeface="Chakra Petch Medium"/>
                <a:ea typeface="Chakra Petch Medium"/>
                <a:cs typeface="Chakra Petch Medium"/>
                <a:sym typeface="Chakra Petch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hakra Petch Medium"/>
              <a:buNone/>
              <a:defRPr sz="3500">
                <a:solidFill>
                  <a:schemeClr val="dk1"/>
                </a:solidFill>
                <a:latin typeface="Chakra Petch Medium"/>
                <a:ea typeface="Chakra Petch Medium"/>
                <a:cs typeface="Chakra Petch Medium"/>
                <a:sym typeface="Chakra Petch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hakra Petch Medium"/>
              <a:buNone/>
              <a:defRPr sz="3500">
                <a:solidFill>
                  <a:schemeClr val="dk1"/>
                </a:solidFill>
                <a:latin typeface="Chakra Petch Medium"/>
                <a:ea typeface="Chakra Petch Medium"/>
                <a:cs typeface="Chakra Petch Medium"/>
                <a:sym typeface="Chakra Petch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hakra Petch Medium"/>
              <a:buNone/>
              <a:defRPr sz="3500">
                <a:solidFill>
                  <a:schemeClr val="dk1"/>
                </a:solidFill>
                <a:latin typeface="Chakra Petch Medium"/>
                <a:ea typeface="Chakra Petch Medium"/>
                <a:cs typeface="Chakra Petch Medium"/>
                <a:sym typeface="Chakra Petch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hakra Petch Medium"/>
              <a:buNone/>
              <a:defRPr sz="3500">
                <a:solidFill>
                  <a:schemeClr val="dk1"/>
                </a:solidFill>
                <a:latin typeface="Chakra Petch Medium"/>
                <a:ea typeface="Chakra Petch Medium"/>
                <a:cs typeface="Chakra Petch Medium"/>
                <a:sym typeface="Chakra Petch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hakra Petch Medium"/>
              <a:buNone/>
              <a:defRPr sz="3500">
                <a:solidFill>
                  <a:schemeClr val="dk1"/>
                </a:solidFill>
                <a:latin typeface="Chakra Petch Medium"/>
                <a:ea typeface="Chakra Petch Medium"/>
                <a:cs typeface="Chakra Petch Medium"/>
                <a:sym typeface="Chakra Petch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hakra Petch Medium"/>
              <a:buNone/>
              <a:defRPr sz="3500">
                <a:solidFill>
                  <a:schemeClr val="dk1"/>
                </a:solidFill>
                <a:latin typeface="Chakra Petch Medium"/>
                <a:ea typeface="Chakra Petch Medium"/>
                <a:cs typeface="Chakra Petch Medium"/>
                <a:sym typeface="Chakra Petch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hakra Petch Medium"/>
              <a:buNone/>
              <a:defRPr sz="3500">
                <a:solidFill>
                  <a:schemeClr val="dk1"/>
                </a:solidFill>
                <a:latin typeface="Chakra Petch Medium"/>
                <a:ea typeface="Chakra Petch Medium"/>
                <a:cs typeface="Chakra Petch Medium"/>
                <a:sym typeface="Chakra Petch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5100" y="1152475"/>
            <a:ext cx="7713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Code"/>
              <a:buChar char="●"/>
              <a:defRPr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Code"/>
              <a:buChar char="○"/>
              <a:defRPr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Code"/>
              <a:buChar char="■"/>
              <a:defRPr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Code"/>
              <a:buChar char="●"/>
              <a:defRPr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Code"/>
              <a:buChar char="○"/>
              <a:defRPr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Code"/>
              <a:buChar char="■"/>
              <a:defRPr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Code"/>
              <a:buChar char="●"/>
              <a:defRPr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Code"/>
              <a:buChar char="○"/>
              <a:defRPr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Fira Code"/>
              <a:buChar char="■"/>
              <a:defRPr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hyperlink" Target="http://vast.ai" TargetMode="External"/><Relationship Id="rId4" Type="http://schemas.openxmlformats.org/officeDocument/2006/relationships/hyperlink" Target="https://github.com/VladWero08/mt-pattern-preserve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E599"/>
        </a:solidFill>
      </p:bgPr>
    </p:bg>
    <p:spTree>
      <p:nvGrpSpPr>
        <p:cNvPr id="658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p33"/>
          <p:cNvSpPr txBox="1"/>
          <p:nvPr>
            <p:ph type="ctrTitle"/>
          </p:nvPr>
        </p:nvSpPr>
        <p:spPr>
          <a:xfrm>
            <a:off x="715150" y="941500"/>
            <a:ext cx="7713600" cy="3036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o" sz="3900"/>
              <a:t>Can Machine Translation</a:t>
            </a:r>
            <a:endParaRPr sz="3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o" sz="3900"/>
              <a:t>preserve language patterns?</a:t>
            </a:r>
            <a:endParaRPr sz="3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o" sz="1800"/>
              <a:t>Computer Science Department, University of Bucharest, Romania</a:t>
            </a:r>
            <a:endParaRPr sz="1800"/>
          </a:p>
        </p:txBody>
      </p:sp>
      <p:sp>
        <p:nvSpPr>
          <p:cNvPr id="660" name="Google Shape;660;p33"/>
          <p:cNvSpPr txBox="1"/>
          <p:nvPr>
            <p:ph idx="1" type="subTitle"/>
          </p:nvPr>
        </p:nvSpPr>
        <p:spPr>
          <a:xfrm>
            <a:off x="715250" y="3952400"/>
            <a:ext cx="7713600" cy="64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o" sz="1100"/>
              <a:t>Vlad Olăeriu - group 507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o" sz="1100"/>
              <a:t>Radu Ionescu - group 508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o" sz="1100"/>
              <a:t>Toma Nadu - group 508</a:t>
            </a:r>
            <a:endParaRPr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E599"/>
        </a:solidFill>
      </p:bgPr>
    </p:bg>
    <p:spTree>
      <p:nvGrpSpPr>
        <p:cNvPr id="664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Google Shape;665;p3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o"/>
              <a:t>Introduction 1</a:t>
            </a:r>
            <a:endParaRPr/>
          </a:p>
        </p:txBody>
      </p:sp>
      <p:sp>
        <p:nvSpPr>
          <p:cNvPr id="666" name="Google Shape;666;p34"/>
          <p:cNvSpPr txBox="1"/>
          <p:nvPr>
            <p:ph idx="1" type="body"/>
          </p:nvPr>
        </p:nvSpPr>
        <p:spPr>
          <a:xfrm>
            <a:off x="720000" y="1161950"/>
            <a:ext cx="7704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ro" sz="2100">
                <a:solidFill>
                  <a:schemeClr val="dk1"/>
                </a:solidFill>
                <a:latin typeface="Chakra Petch Medium"/>
                <a:ea typeface="Chakra Petch Medium"/>
                <a:cs typeface="Chakra Petch Medium"/>
                <a:sym typeface="Chakra Petch Medium"/>
              </a:rPr>
              <a:t>Q: preserve style and nuance ? </a:t>
            </a:r>
            <a:endParaRPr b="0" sz="2100">
              <a:solidFill>
                <a:schemeClr val="dk1"/>
              </a:solidFill>
              <a:latin typeface="Chakra Petch Medium"/>
              <a:ea typeface="Chakra Petch Medium"/>
              <a:cs typeface="Chakra Petch Medium"/>
              <a:sym typeface="Chakra Petch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sz="2100">
              <a:solidFill>
                <a:schemeClr val="dk1"/>
              </a:solidFill>
              <a:latin typeface="Chakra Petch Medium"/>
              <a:ea typeface="Chakra Petch Medium"/>
              <a:cs typeface="Chakra Petch Medium"/>
              <a:sym typeface="Chakra Petch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ro" sz="2100">
                <a:solidFill>
                  <a:schemeClr val="dk1"/>
                </a:solidFill>
                <a:latin typeface="Chakra Petch Medium"/>
                <a:ea typeface="Chakra Petch Medium"/>
                <a:cs typeface="Chakra Petch Medium"/>
                <a:sym typeface="Chakra Petch Medium"/>
              </a:rPr>
              <a:t>Focus: preservation :</a:t>
            </a:r>
            <a:endParaRPr b="0" sz="2100">
              <a:solidFill>
                <a:schemeClr val="dk1"/>
              </a:solidFill>
              <a:latin typeface="Chakra Petch Medium"/>
              <a:ea typeface="Chakra Petch Medium"/>
              <a:cs typeface="Chakra Petch Medium"/>
              <a:sym typeface="Chakra Petch Medium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b="0" lang="ro" sz="2100">
                <a:solidFill>
                  <a:schemeClr val="dk1"/>
                </a:solidFill>
                <a:latin typeface="Chakra Petch Medium"/>
                <a:ea typeface="Chakra Petch Medium"/>
                <a:cs typeface="Chakra Petch Medium"/>
                <a:sym typeface="Chakra Petch Medium"/>
              </a:rPr>
              <a:t>Opinion</a:t>
            </a:r>
            <a:endParaRPr b="0" sz="2100">
              <a:solidFill>
                <a:schemeClr val="dk1"/>
              </a:solidFill>
              <a:latin typeface="Chakra Petch Medium"/>
              <a:ea typeface="Chakra Petch Medium"/>
              <a:cs typeface="Chakra Petch Medium"/>
              <a:sym typeface="Chakra Petch Medium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b="0" lang="ro" sz="2100">
                <a:solidFill>
                  <a:schemeClr val="dk1"/>
                </a:solidFill>
                <a:latin typeface="Chakra Petch Medium"/>
                <a:ea typeface="Chakra Petch Medium"/>
                <a:cs typeface="Chakra Petch Medium"/>
                <a:sym typeface="Chakra Petch Medium"/>
              </a:rPr>
              <a:t>Reporting</a:t>
            </a:r>
            <a:endParaRPr b="0" sz="2100">
              <a:solidFill>
                <a:schemeClr val="dk1"/>
              </a:solidFill>
              <a:latin typeface="Chakra Petch Medium"/>
              <a:ea typeface="Chakra Petch Medium"/>
              <a:cs typeface="Chakra Petch Medium"/>
              <a:sym typeface="Chakra Petch Medium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b="0" lang="ro" sz="2100">
                <a:solidFill>
                  <a:schemeClr val="dk1"/>
                </a:solidFill>
                <a:latin typeface="Chakra Petch Medium"/>
                <a:ea typeface="Chakra Petch Medium"/>
                <a:cs typeface="Chakra Petch Medium"/>
                <a:sym typeface="Chakra Petch Medium"/>
              </a:rPr>
              <a:t>Satire</a:t>
            </a:r>
            <a:endParaRPr b="0" sz="2100">
              <a:solidFill>
                <a:schemeClr val="dk1"/>
              </a:solidFill>
              <a:latin typeface="Chakra Petch Medium"/>
              <a:ea typeface="Chakra Petch Medium"/>
              <a:cs typeface="Chakra Petch Medium"/>
              <a:sym typeface="Chakra Petch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ro" sz="2100">
                <a:solidFill>
                  <a:schemeClr val="dk1"/>
                </a:solidFill>
                <a:latin typeface="Chakra Petch Medium"/>
                <a:ea typeface="Chakra Petch Medium"/>
                <a:cs typeface="Chakra Petch Medium"/>
                <a:sym typeface="Chakra Petch Medium"/>
              </a:rPr>
              <a:t>Approach: classification task</a:t>
            </a:r>
            <a:endParaRPr b="0" sz="2100">
              <a:solidFill>
                <a:schemeClr val="dk1"/>
              </a:solidFill>
              <a:latin typeface="Chakra Petch Medium"/>
              <a:ea typeface="Chakra Petch Medium"/>
              <a:cs typeface="Chakra Petch Medium"/>
              <a:sym typeface="Chakra Petch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sz="2100">
              <a:solidFill>
                <a:schemeClr val="dk1"/>
              </a:solidFill>
              <a:latin typeface="Chakra Petch Medium"/>
              <a:ea typeface="Chakra Petch Medium"/>
              <a:cs typeface="Chakra Petch Medium"/>
              <a:sym typeface="Chakra Petch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1" sz="2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E599"/>
        </a:solidFill>
      </p:bgPr>
    </p:bg>
    <p:spTree>
      <p:nvGrpSpPr>
        <p:cNvPr id="670" name="Shape 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Google Shape;671;p3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o"/>
              <a:t>Introduction 2</a:t>
            </a:r>
            <a:endParaRPr/>
          </a:p>
        </p:txBody>
      </p:sp>
      <p:sp>
        <p:nvSpPr>
          <p:cNvPr id="672" name="Google Shape;672;p35"/>
          <p:cNvSpPr txBox="1"/>
          <p:nvPr>
            <p:ph idx="1" type="body"/>
          </p:nvPr>
        </p:nvSpPr>
        <p:spPr>
          <a:xfrm>
            <a:off x="720000" y="1161950"/>
            <a:ext cx="7704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o" sz="2100">
                <a:solidFill>
                  <a:schemeClr val="dk1"/>
                </a:solidFill>
                <a:latin typeface="Chakra Petch Medium"/>
                <a:ea typeface="Chakra Petch Medium"/>
                <a:cs typeface="Chakra Petch Medium"/>
                <a:sym typeface="Chakra Petch Medium"/>
              </a:rPr>
              <a:t>Source: English (SemEval2023)</a:t>
            </a:r>
            <a:endParaRPr sz="2100">
              <a:solidFill>
                <a:schemeClr val="dk1"/>
              </a:solidFill>
              <a:latin typeface="Chakra Petch Medium"/>
              <a:ea typeface="Chakra Petch Medium"/>
              <a:cs typeface="Chakra Petch Medium"/>
              <a:sym typeface="Chakra Petch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o" sz="2100">
                <a:solidFill>
                  <a:schemeClr val="dk1"/>
                </a:solidFill>
                <a:latin typeface="Chakra Petch Medium"/>
                <a:ea typeface="Chakra Petch Medium"/>
                <a:cs typeface="Chakra Petch Medium"/>
                <a:sym typeface="Chakra Petch Medium"/>
              </a:rPr>
              <a:t>Targets: French, German, Spanish, Polish, Russian.</a:t>
            </a:r>
            <a:endParaRPr sz="2100">
              <a:solidFill>
                <a:schemeClr val="dk1"/>
              </a:solidFill>
              <a:latin typeface="Chakra Petch Medium"/>
              <a:ea typeface="Chakra Petch Medium"/>
              <a:cs typeface="Chakra Petch Medium"/>
              <a:sym typeface="Chakra Petch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100">
              <a:solidFill>
                <a:schemeClr val="dk1"/>
              </a:solidFill>
              <a:latin typeface="Chakra Petch Medium"/>
              <a:ea typeface="Chakra Petch Medium"/>
              <a:cs typeface="Chakra Petch Medium"/>
              <a:sym typeface="Chakra Petch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ro" sz="2100">
                <a:solidFill>
                  <a:schemeClr val="dk1"/>
                </a:solidFill>
                <a:latin typeface="Chakra Petch Medium"/>
                <a:ea typeface="Chakra Petch Medium"/>
                <a:cs typeface="Chakra Petch Medium"/>
                <a:sym typeface="Chakra Petch Medium"/>
              </a:rPr>
              <a:t>Translation Model: M2M100 (Meta)</a:t>
            </a:r>
            <a:endParaRPr b="0" sz="2100">
              <a:solidFill>
                <a:schemeClr val="dk1"/>
              </a:solidFill>
              <a:latin typeface="Chakra Petch Medium"/>
              <a:ea typeface="Chakra Petch Medium"/>
              <a:cs typeface="Chakra Petch Medium"/>
              <a:sym typeface="Chakra Petch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ro" sz="2100">
                <a:solidFill>
                  <a:schemeClr val="dk1"/>
                </a:solidFill>
                <a:latin typeface="Chakra Petch Medium"/>
                <a:ea typeface="Chakra Petch Medium"/>
                <a:cs typeface="Chakra Petch Medium"/>
                <a:sym typeface="Chakra Petch Medium"/>
              </a:rPr>
              <a:t>Classification Model: XLM-RoBERTa</a:t>
            </a:r>
            <a:endParaRPr b="0" sz="2100">
              <a:solidFill>
                <a:schemeClr val="dk1"/>
              </a:solidFill>
              <a:latin typeface="Chakra Petch Medium"/>
              <a:ea typeface="Chakra Petch Medium"/>
              <a:cs typeface="Chakra Petch Medium"/>
              <a:sym typeface="Chakra Petch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1" sz="2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E599"/>
        </a:solidFill>
      </p:bgPr>
    </p:bg>
    <p:spTree>
      <p:nvGrpSpPr>
        <p:cNvPr id="676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p3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o"/>
              <a:t>Introduction 3</a:t>
            </a:r>
            <a:endParaRPr/>
          </a:p>
        </p:txBody>
      </p:sp>
      <p:sp>
        <p:nvSpPr>
          <p:cNvPr id="678" name="Google Shape;678;p36"/>
          <p:cNvSpPr txBox="1"/>
          <p:nvPr>
            <p:ph idx="1" type="body"/>
          </p:nvPr>
        </p:nvSpPr>
        <p:spPr>
          <a:xfrm>
            <a:off x="720000" y="1161950"/>
            <a:ext cx="7704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ro" sz="2400">
                <a:solidFill>
                  <a:schemeClr val="dk1"/>
                </a:solidFill>
                <a:latin typeface="Chakra Petch Medium"/>
                <a:ea typeface="Chakra Petch Medium"/>
                <a:cs typeface="Chakra Petch Medium"/>
                <a:sym typeface="Chakra Petch Medium"/>
              </a:rPr>
              <a:t>Overview:</a:t>
            </a:r>
            <a:endParaRPr b="0" sz="2400">
              <a:solidFill>
                <a:schemeClr val="dk1"/>
              </a:solidFill>
              <a:latin typeface="Chakra Petch Medium"/>
              <a:ea typeface="Chakra Petch Medium"/>
              <a:cs typeface="Chakra Petch Medium"/>
              <a:sym typeface="Chakra Petch Medium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hakra Petch Medium"/>
              <a:buChar char="-"/>
            </a:pPr>
            <a:r>
              <a:rPr b="0" lang="ro" sz="2400">
                <a:solidFill>
                  <a:schemeClr val="dk1"/>
                </a:solidFill>
                <a:latin typeface="Chakra Petch Medium"/>
                <a:ea typeface="Chakra Petch Medium"/>
                <a:cs typeface="Chakra Petch Medium"/>
                <a:sym typeface="Chakra Petch Medium"/>
              </a:rPr>
              <a:t>English -&gt; Target languages</a:t>
            </a:r>
            <a:endParaRPr b="0" sz="2400">
              <a:solidFill>
                <a:schemeClr val="dk1"/>
              </a:solidFill>
              <a:latin typeface="Chakra Petch Medium"/>
              <a:ea typeface="Chakra Petch Medium"/>
              <a:cs typeface="Chakra Petch Medium"/>
              <a:sym typeface="Chakra Petch Medium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hakra Petch Medium"/>
              <a:buChar char="-"/>
            </a:pPr>
            <a:r>
              <a:rPr b="0" lang="ro" sz="2400">
                <a:solidFill>
                  <a:schemeClr val="dk1"/>
                </a:solidFill>
                <a:latin typeface="Chakra Petch Medium"/>
                <a:ea typeface="Chakra Petch Medium"/>
                <a:cs typeface="Chakra Petch Medium"/>
                <a:sym typeface="Chakra Petch Medium"/>
              </a:rPr>
              <a:t>Fine-tune classifier for l:languages</a:t>
            </a:r>
            <a:endParaRPr b="0" sz="2400">
              <a:solidFill>
                <a:schemeClr val="dk1"/>
              </a:solidFill>
              <a:latin typeface="Chakra Petch Medium"/>
              <a:ea typeface="Chakra Petch Medium"/>
              <a:cs typeface="Chakra Petch Medium"/>
              <a:sym typeface="Chakra Petch Medium"/>
            </a:endParaRPr>
          </a:p>
          <a:p>
            <a:pPr indent="-3810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hakra Petch Medium"/>
              <a:buChar char="-"/>
            </a:pPr>
            <a:r>
              <a:rPr lang="ro" sz="2400">
                <a:solidFill>
                  <a:schemeClr val="dk1"/>
                </a:solidFill>
                <a:latin typeface="Chakra Petch Medium"/>
                <a:ea typeface="Chakra Petch Medium"/>
                <a:cs typeface="Chakra Petch Medium"/>
                <a:sym typeface="Chakra Petch Medium"/>
              </a:rPr>
              <a:t>res vs baseline</a:t>
            </a:r>
            <a:endParaRPr sz="2400">
              <a:solidFill>
                <a:schemeClr val="dk1"/>
              </a:solidFill>
              <a:latin typeface="Chakra Petch Medium"/>
              <a:ea typeface="Chakra Petch Medium"/>
              <a:cs typeface="Chakra Petch Medium"/>
              <a:sym typeface="Chakra Petch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sz="2400">
              <a:solidFill>
                <a:schemeClr val="dk1"/>
              </a:solidFill>
              <a:latin typeface="Chakra Petch Medium"/>
              <a:ea typeface="Chakra Petch Medium"/>
              <a:cs typeface="Chakra Petch Medium"/>
              <a:sym typeface="Chakra Petch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1" sz="2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E599"/>
        </a:solidFill>
      </p:bgPr>
    </p:bg>
    <p:spTree>
      <p:nvGrpSpPr>
        <p:cNvPr id="682" name="Shape 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Google Shape;683;p3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o"/>
              <a:t>Dataset</a:t>
            </a:r>
            <a:endParaRPr/>
          </a:p>
        </p:txBody>
      </p:sp>
      <p:sp>
        <p:nvSpPr>
          <p:cNvPr id="684" name="Google Shape;684;p37"/>
          <p:cNvSpPr txBox="1"/>
          <p:nvPr>
            <p:ph idx="1" type="body"/>
          </p:nvPr>
        </p:nvSpPr>
        <p:spPr>
          <a:xfrm>
            <a:off x="720000" y="1161950"/>
            <a:ext cx="7704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2580" lvl="0" marL="457200" rtl="0" algn="l">
              <a:spcBef>
                <a:spcPts val="0"/>
              </a:spcBef>
              <a:spcAft>
                <a:spcPts val="0"/>
              </a:spcAft>
              <a:buSzPts val="1480"/>
              <a:buChar char="●"/>
            </a:pPr>
            <a:r>
              <a:rPr b="0" i="1" lang="ro" sz="2000"/>
              <a:t>SemEval 2023 Task 3, Subtask 1</a:t>
            </a:r>
            <a:r>
              <a:rPr lang="ro" sz="2000"/>
              <a:t> - news article classification:</a:t>
            </a:r>
            <a:endParaRPr sz="2000"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ro" sz="2000"/>
              <a:t>opinion</a:t>
            </a:r>
            <a:endParaRPr sz="2000"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ro" sz="2000"/>
              <a:t>satire</a:t>
            </a:r>
            <a:endParaRPr sz="2000"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ro" sz="2000"/>
              <a:t>reporting</a:t>
            </a:r>
            <a:endParaRPr sz="2000"/>
          </a:p>
          <a:p>
            <a:pPr indent="-322580" lvl="0" marL="457200" rtl="0" algn="l">
              <a:spcBef>
                <a:spcPts val="0"/>
              </a:spcBef>
              <a:spcAft>
                <a:spcPts val="0"/>
              </a:spcAft>
              <a:buSzPts val="1480"/>
              <a:buChar char="●"/>
            </a:pPr>
            <a:r>
              <a:rPr b="0" lang="ro" sz="2000"/>
              <a:t>Only used the English dataset</a:t>
            </a:r>
            <a:endParaRPr b="0" sz="2000"/>
          </a:p>
          <a:p>
            <a:pPr indent="-322580" lvl="0" marL="457200" rtl="0" algn="l">
              <a:spcBef>
                <a:spcPts val="0"/>
              </a:spcBef>
              <a:spcAft>
                <a:spcPts val="0"/>
              </a:spcAft>
              <a:buSzPts val="1480"/>
              <a:buChar char="●"/>
            </a:pPr>
            <a:r>
              <a:rPr lang="ro" sz="2000"/>
              <a:t>Topics: </a:t>
            </a:r>
            <a:r>
              <a:rPr b="0" lang="ro" sz="2000"/>
              <a:t>politics, economy</a:t>
            </a:r>
            <a:endParaRPr b="0"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E599"/>
        </a:solidFill>
      </p:bgPr>
    </p:bg>
    <p:spTree>
      <p:nvGrpSpPr>
        <p:cNvPr id="688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Google Shape;689;p3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o"/>
              <a:t>Dataset</a:t>
            </a:r>
            <a:endParaRPr/>
          </a:p>
        </p:txBody>
      </p:sp>
      <p:pic>
        <p:nvPicPr>
          <p:cNvPr id="690" name="Google Shape;690;p38" title="Screenshot From 2026-01-20 18-19-5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7100" y="1429525"/>
            <a:ext cx="3973175" cy="2758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91" name="Google Shape;691;p38" title="Screenshot From 2026-01-20 18-47-36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03543" y="1429525"/>
            <a:ext cx="3603658" cy="2758450"/>
          </a:xfrm>
          <a:prstGeom prst="rect">
            <a:avLst/>
          </a:prstGeom>
          <a:noFill/>
          <a:ln>
            <a:noFill/>
          </a:ln>
        </p:spPr>
      </p:pic>
      <p:sp>
        <p:nvSpPr>
          <p:cNvPr id="692" name="Google Shape;692;p38"/>
          <p:cNvSpPr txBox="1"/>
          <p:nvPr/>
        </p:nvSpPr>
        <p:spPr>
          <a:xfrm>
            <a:off x="494739" y="4298225"/>
            <a:ext cx="3777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o" sz="12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rPr>
              <a:t>Figure 1. Class distribution of samples </a:t>
            </a:r>
            <a:endParaRPr sz="1200">
              <a:solidFill>
                <a:schemeClr val="dk1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693" name="Google Shape;693;p38"/>
          <p:cNvSpPr txBox="1"/>
          <p:nvPr/>
        </p:nvSpPr>
        <p:spPr>
          <a:xfrm>
            <a:off x="4914525" y="4298225"/>
            <a:ext cx="3581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o" sz="12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rPr>
              <a:t>Figure 2. </a:t>
            </a:r>
            <a:r>
              <a:rPr lang="ro" sz="12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rPr>
              <a:t>Class distribution in terms of average words per sample</a:t>
            </a:r>
            <a:endParaRPr sz="1200">
              <a:solidFill>
                <a:schemeClr val="dk1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E599"/>
        </a:solidFill>
      </p:bgPr>
    </p:bg>
    <p:spTree>
      <p:nvGrpSpPr>
        <p:cNvPr id="697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Google Shape;698;p3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o"/>
              <a:t>Environment</a:t>
            </a:r>
            <a:endParaRPr/>
          </a:p>
        </p:txBody>
      </p:sp>
      <p:sp>
        <p:nvSpPr>
          <p:cNvPr id="699" name="Google Shape;699;p39"/>
          <p:cNvSpPr txBox="1"/>
          <p:nvPr>
            <p:ph idx="1" type="body"/>
          </p:nvPr>
        </p:nvSpPr>
        <p:spPr>
          <a:xfrm>
            <a:off x="720000" y="1161950"/>
            <a:ext cx="7704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ro" sz="2100">
                <a:solidFill>
                  <a:schemeClr val="dk1"/>
                </a:solidFill>
                <a:latin typeface="Chakra Petch Medium"/>
                <a:ea typeface="Chakra Petch Medium"/>
                <a:cs typeface="Chakra Petch Medium"/>
                <a:sym typeface="Chakra Petch Medium"/>
              </a:rPr>
              <a:t>Initial: free Google Colab + Kaggle </a:t>
            </a:r>
            <a:endParaRPr b="0" sz="2100">
              <a:solidFill>
                <a:schemeClr val="dk1"/>
              </a:solidFill>
              <a:latin typeface="Chakra Petch Medium"/>
              <a:ea typeface="Chakra Petch Medium"/>
              <a:cs typeface="Chakra Petch Medium"/>
              <a:sym typeface="Chakra Petch Medium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hakra Petch Medium"/>
              <a:buChar char="-"/>
            </a:pPr>
            <a:r>
              <a:rPr b="0" lang="ro" sz="2100">
                <a:solidFill>
                  <a:schemeClr val="dk1"/>
                </a:solidFill>
                <a:latin typeface="Chakra Petch Medium"/>
                <a:ea typeface="Chakra Petch Medium"/>
                <a:cs typeface="Chakra Petch Medium"/>
                <a:sym typeface="Chakra Petch Medium"/>
              </a:rPr>
              <a:t>timeout / resource limit</a:t>
            </a:r>
            <a:endParaRPr b="0" sz="2100">
              <a:solidFill>
                <a:schemeClr val="dk1"/>
              </a:solidFill>
              <a:latin typeface="Chakra Petch Medium"/>
              <a:ea typeface="Chakra Petch Medium"/>
              <a:cs typeface="Chakra Petch Medium"/>
              <a:sym typeface="Chakra Petch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ro" sz="2100">
                <a:solidFill>
                  <a:schemeClr val="hlink"/>
                </a:solidFill>
                <a:uFill>
                  <a:noFill/>
                </a:uFill>
                <a:latin typeface="Chakra Petch Medium"/>
                <a:ea typeface="Chakra Petch Medium"/>
                <a:cs typeface="Chakra Petch Medium"/>
                <a:sym typeface="Chakra Petch Medium"/>
                <a:hlinkClick r:id="rId3"/>
              </a:rPr>
              <a:t>vast.ai</a:t>
            </a:r>
            <a:endParaRPr b="0" sz="2100">
              <a:solidFill>
                <a:schemeClr val="dk1"/>
              </a:solidFill>
              <a:latin typeface="Chakra Petch Medium"/>
              <a:ea typeface="Chakra Petch Medium"/>
              <a:cs typeface="Chakra Petch Medium"/>
              <a:sym typeface="Chakra Petch Medium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hakra Petch Medium"/>
              <a:buChar char="-"/>
            </a:pPr>
            <a:r>
              <a:rPr b="0" lang="ro" sz="2100">
                <a:solidFill>
                  <a:schemeClr val="dk1"/>
                </a:solidFill>
                <a:latin typeface="Chakra Petch Medium"/>
                <a:ea typeface="Chakra Petch Medium"/>
                <a:cs typeface="Chakra Petch Medium"/>
                <a:sym typeface="Chakra Petch Medium"/>
              </a:rPr>
              <a:t>rented RTX 5090</a:t>
            </a:r>
            <a:endParaRPr b="0" sz="2100">
              <a:solidFill>
                <a:schemeClr val="dk1"/>
              </a:solidFill>
              <a:latin typeface="Chakra Petch Medium"/>
              <a:ea typeface="Chakra Petch Medium"/>
              <a:cs typeface="Chakra Petch Medium"/>
              <a:sym typeface="Chakra Petch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100">
              <a:solidFill>
                <a:schemeClr val="dk1"/>
              </a:solidFill>
              <a:latin typeface="Chakra Petch Medium"/>
              <a:ea typeface="Chakra Petch Medium"/>
              <a:cs typeface="Chakra Petch Medium"/>
              <a:sym typeface="Chakra Petch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ro" sz="2100">
                <a:solidFill>
                  <a:schemeClr val="dk1"/>
                </a:solidFill>
                <a:latin typeface="Chakra Petch Medium"/>
                <a:ea typeface="Chakra Petch Medium"/>
                <a:cs typeface="Chakra Petch Medium"/>
                <a:sym typeface="Chakra Petch Medium"/>
              </a:rPr>
              <a:t>Repo: </a:t>
            </a:r>
            <a:r>
              <a:rPr b="0" lang="ro" sz="2100" u="sng">
                <a:solidFill>
                  <a:schemeClr val="hlink"/>
                </a:solidFill>
                <a:latin typeface="Chakra Petch Medium"/>
                <a:ea typeface="Chakra Petch Medium"/>
                <a:cs typeface="Chakra Petch Medium"/>
                <a:sym typeface="Chakra Petch Medium"/>
                <a:hlinkClick r:id="rId4"/>
              </a:rPr>
              <a:t>here</a:t>
            </a:r>
            <a:endParaRPr b="0" sz="2100">
              <a:solidFill>
                <a:schemeClr val="dk1"/>
              </a:solidFill>
              <a:latin typeface="Chakra Petch Medium"/>
              <a:ea typeface="Chakra Petch Medium"/>
              <a:cs typeface="Chakra Petch Medium"/>
              <a:sym typeface="Chakra Petch Medium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E599"/>
        </a:solidFill>
      </p:bgPr>
    </p:bg>
    <p:spTree>
      <p:nvGrpSpPr>
        <p:cNvPr id="703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Google Shape;704;p4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o"/>
              <a:t>Environment 2</a:t>
            </a:r>
            <a:endParaRPr/>
          </a:p>
        </p:txBody>
      </p:sp>
      <p:sp>
        <p:nvSpPr>
          <p:cNvPr id="705" name="Google Shape;705;p40"/>
          <p:cNvSpPr txBox="1"/>
          <p:nvPr>
            <p:ph idx="1" type="body"/>
          </p:nvPr>
        </p:nvSpPr>
        <p:spPr>
          <a:xfrm>
            <a:off x="720000" y="1161950"/>
            <a:ext cx="7704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ro" sz="2100">
                <a:solidFill>
                  <a:schemeClr val="dk1"/>
                </a:solidFill>
                <a:latin typeface="Chakra Petch Medium"/>
                <a:ea typeface="Chakra Petch Medium"/>
                <a:cs typeface="Chakra Petch Medium"/>
                <a:sym typeface="Chakra Petch Medium"/>
              </a:rPr>
              <a:t>tools:</a:t>
            </a:r>
            <a:endParaRPr b="0" sz="2100">
              <a:solidFill>
                <a:schemeClr val="dk1"/>
              </a:solidFill>
              <a:latin typeface="Chakra Petch Medium"/>
              <a:ea typeface="Chakra Petch Medium"/>
              <a:cs typeface="Chakra Petch Medium"/>
              <a:sym typeface="Chakra Petch Medium"/>
            </a:endParaRPr>
          </a:p>
          <a:p>
            <a:pPr indent="-3619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hakra Petch Medium"/>
              <a:buChar char="-"/>
            </a:pPr>
            <a:r>
              <a:rPr b="0" lang="ro" sz="2100">
                <a:solidFill>
                  <a:schemeClr val="dk1"/>
                </a:solidFill>
                <a:latin typeface="Chakra Petch Medium"/>
                <a:ea typeface="Chakra Petch Medium"/>
                <a:cs typeface="Chakra Petch Medium"/>
                <a:sym typeface="Chakra Petch Medium"/>
              </a:rPr>
              <a:t>python 3.12</a:t>
            </a:r>
            <a:endParaRPr b="0" sz="2100">
              <a:solidFill>
                <a:schemeClr val="dk1"/>
              </a:solidFill>
              <a:latin typeface="Chakra Petch Medium"/>
              <a:ea typeface="Chakra Petch Medium"/>
              <a:cs typeface="Chakra Petch Medium"/>
              <a:sym typeface="Chakra Petch Medium"/>
            </a:endParaRPr>
          </a:p>
          <a:p>
            <a:pPr indent="-3619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hakra Petch Medium"/>
              <a:buChar char="-"/>
            </a:pPr>
            <a:r>
              <a:rPr b="0" lang="ro" sz="2100">
                <a:solidFill>
                  <a:schemeClr val="dk1"/>
                </a:solidFill>
                <a:latin typeface="Chakra Petch Medium"/>
                <a:ea typeface="Chakra Petch Medium"/>
                <a:cs typeface="Chakra Petch Medium"/>
                <a:sym typeface="Chakra Petch Medium"/>
              </a:rPr>
              <a:t>Hugging Face</a:t>
            </a:r>
            <a:endParaRPr b="0" sz="2100">
              <a:solidFill>
                <a:schemeClr val="dk1"/>
              </a:solidFill>
              <a:latin typeface="Chakra Petch Medium"/>
              <a:ea typeface="Chakra Petch Medium"/>
              <a:cs typeface="Chakra Petch Medium"/>
              <a:sym typeface="Chakra Petch Medium"/>
            </a:endParaRPr>
          </a:p>
          <a:p>
            <a:pPr indent="-3619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hakra Petch Medium"/>
              <a:buChar char="-"/>
            </a:pPr>
            <a:r>
              <a:rPr b="0" lang="ro" sz="2100">
                <a:solidFill>
                  <a:schemeClr val="dk1"/>
                </a:solidFill>
                <a:latin typeface="Chakra Petch Medium"/>
                <a:ea typeface="Chakra Petch Medium"/>
                <a:cs typeface="Chakra Petch Medium"/>
                <a:sym typeface="Chakra Petch Medium"/>
              </a:rPr>
              <a:t>PyTorch </a:t>
            </a:r>
            <a:endParaRPr b="0" sz="2100">
              <a:solidFill>
                <a:schemeClr val="dk1"/>
              </a:solidFill>
              <a:latin typeface="Chakra Petch Medium"/>
              <a:ea typeface="Chakra Petch Medium"/>
              <a:cs typeface="Chakra Petch Medium"/>
              <a:sym typeface="Chakra Petch Medium"/>
            </a:endParaRPr>
          </a:p>
          <a:p>
            <a:pPr indent="-3619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hakra Petch Medium"/>
              <a:buChar char="-"/>
            </a:pPr>
            <a:r>
              <a:rPr b="0" lang="ro" sz="2100">
                <a:solidFill>
                  <a:schemeClr val="dk1"/>
                </a:solidFill>
                <a:latin typeface="Chakra Petch Medium"/>
                <a:ea typeface="Chakra Petch Medium"/>
                <a:cs typeface="Chakra Petch Medium"/>
                <a:sym typeface="Chakra Petch Medium"/>
              </a:rPr>
              <a:t>Scikit-learn </a:t>
            </a:r>
            <a:endParaRPr b="0" sz="2100">
              <a:solidFill>
                <a:schemeClr val="dk1"/>
              </a:solidFill>
              <a:latin typeface="Chakra Petch Medium"/>
              <a:ea typeface="Chakra Petch Medium"/>
              <a:cs typeface="Chakra Petch Medium"/>
              <a:sym typeface="Chakra Petch Medium"/>
            </a:endParaRPr>
          </a:p>
          <a:p>
            <a:pPr indent="-3619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hakra Petch Medium"/>
              <a:buChar char="-"/>
            </a:pPr>
            <a:r>
              <a:rPr b="0" lang="ro" sz="2100">
                <a:solidFill>
                  <a:schemeClr val="dk1"/>
                </a:solidFill>
                <a:latin typeface="Chakra Petch Medium"/>
                <a:ea typeface="Chakra Petch Medium"/>
                <a:cs typeface="Chakra Petch Medium"/>
                <a:sym typeface="Chakra Petch Medium"/>
              </a:rPr>
              <a:t>Pandas &amp; Seaborn</a:t>
            </a:r>
            <a:endParaRPr b="0" sz="2100">
              <a:solidFill>
                <a:schemeClr val="dk1"/>
              </a:solidFill>
              <a:latin typeface="Chakra Petch Medium"/>
              <a:ea typeface="Chakra Petch Medium"/>
              <a:cs typeface="Chakra Petch Medium"/>
              <a:sym typeface="Chakra Petch Medium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E599"/>
        </a:solidFill>
      </p:bgPr>
    </p:bg>
    <p:spTree>
      <p:nvGrpSpPr>
        <p:cNvPr id="709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Google Shape;710;p4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o"/>
              <a:t>Translation Model</a:t>
            </a:r>
            <a:endParaRPr/>
          </a:p>
        </p:txBody>
      </p:sp>
      <p:sp>
        <p:nvSpPr>
          <p:cNvPr id="711" name="Google Shape;711;p41"/>
          <p:cNvSpPr txBox="1"/>
          <p:nvPr>
            <p:ph idx="1" type="body"/>
          </p:nvPr>
        </p:nvSpPr>
        <p:spPr>
          <a:xfrm>
            <a:off x="720000" y="1161950"/>
            <a:ext cx="7704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ro" sz="1900"/>
              <a:t>Model: </a:t>
            </a:r>
            <a:r>
              <a:rPr b="0" lang="ro" sz="1900"/>
              <a:t>M2M-100 418M</a:t>
            </a:r>
            <a:endParaRPr b="0"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b="0" lang="ro" sz="1900"/>
              <a:t>Multilingual Encoder-Decoder</a:t>
            </a:r>
            <a:endParaRPr b="0"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ro" sz="1900"/>
              <a:t>M2M family: </a:t>
            </a:r>
            <a:r>
              <a:rPr b="0" lang="ro" sz="1900"/>
              <a:t>first many-to-many models without English intermediate</a:t>
            </a:r>
            <a:endParaRPr b="0"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ro" sz="1900"/>
              <a:t>100 </a:t>
            </a:r>
            <a:r>
              <a:rPr b="0" lang="ro" sz="1900"/>
              <a:t>languages</a:t>
            </a:r>
            <a:endParaRPr b="0"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ro" sz="1900"/>
              <a:t>Language indicators </a:t>
            </a:r>
            <a:r>
              <a:rPr b="0" lang="ro" sz="1900"/>
              <a:t>to specify</a:t>
            </a:r>
            <a:r>
              <a:rPr lang="ro" sz="1900"/>
              <a:t> source </a:t>
            </a:r>
            <a:r>
              <a:rPr b="0" lang="ro" sz="1900"/>
              <a:t>and</a:t>
            </a:r>
            <a:r>
              <a:rPr lang="ro" sz="1900"/>
              <a:t> target </a:t>
            </a:r>
            <a:r>
              <a:rPr b="0" lang="ro" sz="1900"/>
              <a:t>languages</a:t>
            </a:r>
            <a:r>
              <a:rPr lang="ro" sz="1900"/>
              <a:t> (</a:t>
            </a:r>
            <a:r>
              <a:rPr b="0" i="1" lang="ro" sz="1900"/>
              <a:t>__en__, __fr__</a:t>
            </a:r>
            <a:r>
              <a:rPr lang="ro" sz="1900"/>
              <a:t>)</a:t>
            </a:r>
            <a:endParaRPr sz="19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E599"/>
        </a:solidFill>
      </p:bgPr>
    </p:bg>
    <p:spTree>
      <p:nvGrpSpPr>
        <p:cNvPr id="715" name="Shape 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16" name="Google Shape;716;p42"/>
          <p:cNvGraphicFramePr/>
          <p:nvPr/>
        </p:nvGraphicFramePr>
        <p:xfrm>
          <a:off x="952500" y="1428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{A6A7E03C-2A14-415D-BD7D-55432BB6565A}</a:tableStyleId>
              </a:tblPr>
              <a:tblGrid>
                <a:gridCol w="3619500"/>
                <a:gridCol w="36195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o">
                          <a:latin typeface="Chakra Petch"/>
                          <a:ea typeface="Chakra Petch"/>
                          <a:cs typeface="Chakra Petch"/>
                          <a:sym typeface="Chakra Petch"/>
                        </a:rPr>
                        <a:t>Language</a:t>
                      </a:r>
                      <a:endParaRPr b="1">
                        <a:latin typeface="Chakra Petch"/>
                        <a:ea typeface="Chakra Petch"/>
                        <a:cs typeface="Chakra Petch"/>
                        <a:sym typeface="Chakra Petch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o">
                          <a:latin typeface="Chakra Petch"/>
                          <a:ea typeface="Chakra Petch"/>
                          <a:cs typeface="Chakra Petch"/>
                          <a:sym typeface="Chakra Petch"/>
                        </a:rPr>
                        <a:t>COMET</a:t>
                      </a:r>
                      <a:endParaRPr b="1">
                        <a:latin typeface="Chakra Petch"/>
                        <a:ea typeface="Chakra Petch"/>
                        <a:cs typeface="Chakra Petch"/>
                        <a:sym typeface="Chakra Petch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o">
                          <a:latin typeface="Chakra Petch"/>
                          <a:ea typeface="Chakra Petch"/>
                          <a:cs typeface="Chakra Petch"/>
                          <a:sym typeface="Chakra Petch"/>
                        </a:rPr>
                        <a:t>French</a:t>
                      </a:r>
                      <a:endParaRPr>
                        <a:latin typeface="Chakra Petch"/>
                        <a:ea typeface="Chakra Petch"/>
                        <a:cs typeface="Chakra Petch"/>
                        <a:sym typeface="Chakra Petch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o">
                          <a:latin typeface="Chakra Petch"/>
                          <a:ea typeface="Chakra Petch"/>
                          <a:cs typeface="Chakra Petch"/>
                          <a:sym typeface="Chakra Petch"/>
                        </a:rPr>
                        <a:t>0.3829</a:t>
                      </a:r>
                      <a:endParaRPr>
                        <a:latin typeface="Chakra Petch"/>
                        <a:ea typeface="Chakra Petch"/>
                        <a:cs typeface="Chakra Petch"/>
                        <a:sym typeface="Chakra Petch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o">
                          <a:latin typeface="Chakra Petch"/>
                          <a:ea typeface="Chakra Petch"/>
                          <a:cs typeface="Chakra Petch"/>
                          <a:sym typeface="Chakra Petch"/>
                        </a:rPr>
                        <a:t>German</a:t>
                      </a:r>
                      <a:endParaRPr>
                        <a:latin typeface="Chakra Petch"/>
                        <a:ea typeface="Chakra Petch"/>
                        <a:cs typeface="Chakra Petch"/>
                        <a:sym typeface="Chakra Petch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o">
                          <a:latin typeface="Chakra Petch"/>
                          <a:ea typeface="Chakra Petch"/>
                          <a:cs typeface="Chakra Petch"/>
                          <a:sym typeface="Chakra Petch"/>
                        </a:rPr>
                        <a:t>0.4156</a:t>
                      </a:r>
                      <a:endParaRPr>
                        <a:latin typeface="Chakra Petch"/>
                        <a:ea typeface="Chakra Petch"/>
                        <a:cs typeface="Chakra Petch"/>
                        <a:sym typeface="Chakra Petch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o">
                          <a:latin typeface="Chakra Petch"/>
                          <a:ea typeface="Chakra Petch"/>
                          <a:cs typeface="Chakra Petch"/>
                          <a:sym typeface="Chakra Petch"/>
                        </a:rPr>
                        <a:t>Spanish</a:t>
                      </a:r>
                      <a:endParaRPr>
                        <a:latin typeface="Chakra Petch"/>
                        <a:ea typeface="Chakra Petch"/>
                        <a:cs typeface="Chakra Petch"/>
                        <a:sym typeface="Chakra Petch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o">
                          <a:latin typeface="Chakra Petch"/>
                          <a:ea typeface="Chakra Petch"/>
                          <a:cs typeface="Chakra Petch"/>
                          <a:sym typeface="Chakra Petch"/>
                        </a:rPr>
                        <a:t>0.4213</a:t>
                      </a:r>
                      <a:endParaRPr>
                        <a:latin typeface="Chakra Petch"/>
                        <a:ea typeface="Chakra Petch"/>
                        <a:cs typeface="Chakra Petch"/>
                        <a:sym typeface="Chakra Petch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o">
                          <a:latin typeface="Chakra Petch"/>
                          <a:ea typeface="Chakra Petch"/>
                          <a:cs typeface="Chakra Petch"/>
                          <a:sym typeface="Chakra Petch"/>
                        </a:rPr>
                        <a:t>Polish</a:t>
                      </a:r>
                      <a:endParaRPr b="1">
                        <a:latin typeface="Chakra Petch"/>
                        <a:ea typeface="Chakra Petch"/>
                        <a:cs typeface="Chakra Petch"/>
                        <a:sym typeface="Chakra Petch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o">
                          <a:latin typeface="Chakra Petch"/>
                          <a:ea typeface="Chakra Petch"/>
                          <a:cs typeface="Chakra Petch"/>
                          <a:sym typeface="Chakra Petch"/>
                        </a:rPr>
                        <a:t>0.4514</a:t>
                      </a:r>
                      <a:endParaRPr b="1">
                        <a:latin typeface="Chakra Petch"/>
                        <a:ea typeface="Chakra Petch"/>
                        <a:cs typeface="Chakra Petch"/>
                        <a:sym typeface="Chakra Petch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o">
                          <a:latin typeface="Chakra Petch"/>
                          <a:ea typeface="Chakra Petch"/>
                          <a:cs typeface="Chakra Petch"/>
                          <a:sym typeface="Chakra Petch"/>
                        </a:rPr>
                        <a:t>Russian</a:t>
                      </a:r>
                      <a:endParaRPr>
                        <a:latin typeface="Chakra Petch"/>
                        <a:ea typeface="Chakra Petch"/>
                        <a:cs typeface="Chakra Petch"/>
                        <a:sym typeface="Chakra Petch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o">
                          <a:latin typeface="Chakra Petch"/>
                          <a:ea typeface="Chakra Petch"/>
                          <a:cs typeface="Chakra Petch"/>
                          <a:sym typeface="Chakra Petch"/>
                        </a:rPr>
                        <a:t>0.4504</a:t>
                      </a:r>
                      <a:endParaRPr>
                        <a:latin typeface="Chakra Petch"/>
                        <a:ea typeface="Chakra Petch"/>
                        <a:cs typeface="Chakra Petch"/>
                        <a:sym typeface="Chakra Petch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717" name="Google Shape;717;p4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o"/>
              <a:t>Translation Model</a:t>
            </a:r>
            <a:endParaRPr/>
          </a:p>
        </p:txBody>
      </p:sp>
      <p:sp>
        <p:nvSpPr>
          <p:cNvPr id="718" name="Google Shape;718;p42"/>
          <p:cNvSpPr txBox="1"/>
          <p:nvPr/>
        </p:nvSpPr>
        <p:spPr>
          <a:xfrm>
            <a:off x="2683039" y="3953700"/>
            <a:ext cx="3777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o" sz="12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rPr>
              <a:t>Table 1. COMET Scores</a:t>
            </a:r>
            <a:endParaRPr sz="1200">
              <a:solidFill>
                <a:schemeClr val="dk1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E599"/>
        </a:solidFill>
      </p:bgPr>
    </p:bg>
    <p:spTree>
      <p:nvGrpSpPr>
        <p:cNvPr id="722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p4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o"/>
              <a:t>Classification Model</a:t>
            </a:r>
            <a:endParaRPr/>
          </a:p>
        </p:txBody>
      </p:sp>
      <p:sp>
        <p:nvSpPr>
          <p:cNvPr id="724" name="Google Shape;724;p43"/>
          <p:cNvSpPr txBox="1"/>
          <p:nvPr>
            <p:ph idx="1" type="body"/>
          </p:nvPr>
        </p:nvSpPr>
        <p:spPr>
          <a:xfrm>
            <a:off x="720000" y="1161950"/>
            <a:ext cx="7704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ro" sz="2100">
                <a:solidFill>
                  <a:schemeClr val="dk1"/>
                </a:solidFill>
                <a:latin typeface="Chakra Petch Medium"/>
                <a:ea typeface="Chakra Petch Medium"/>
                <a:cs typeface="Chakra Petch Medium"/>
                <a:sym typeface="Chakra Petch Medium"/>
              </a:rPr>
              <a:t>Judge - xlm-roberta-large </a:t>
            </a:r>
            <a:endParaRPr b="0" sz="2100">
              <a:solidFill>
                <a:schemeClr val="dk1"/>
              </a:solidFill>
              <a:latin typeface="Chakra Petch Medium"/>
              <a:ea typeface="Chakra Petch Medium"/>
              <a:cs typeface="Chakra Petch Medium"/>
              <a:sym typeface="Chakra Petch Medium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hakra Petch Medium"/>
              <a:buChar char="-"/>
            </a:pPr>
            <a:r>
              <a:rPr b="0" lang="ro" sz="2100">
                <a:solidFill>
                  <a:schemeClr val="dk1"/>
                </a:solidFill>
                <a:latin typeface="Chakra Petch Medium"/>
                <a:ea typeface="Chakra Petch Medium"/>
                <a:cs typeface="Chakra Petch Medium"/>
                <a:sym typeface="Chakra Petch Medium"/>
              </a:rPr>
              <a:t>560 million parameters</a:t>
            </a:r>
            <a:endParaRPr b="0" sz="2100">
              <a:solidFill>
                <a:schemeClr val="dk1"/>
              </a:solidFill>
              <a:latin typeface="Chakra Petch Medium"/>
              <a:ea typeface="Chakra Petch Medium"/>
              <a:cs typeface="Chakra Petch Medium"/>
              <a:sym typeface="Chakra Petch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sz="2100">
              <a:solidFill>
                <a:schemeClr val="dk1"/>
              </a:solidFill>
              <a:latin typeface="Chakra Petch Medium"/>
              <a:ea typeface="Chakra Petch Medium"/>
              <a:cs typeface="Chakra Petch Medium"/>
              <a:sym typeface="Chakra Petch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ro" sz="2100">
                <a:solidFill>
                  <a:schemeClr val="dk1"/>
                </a:solidFill>
                <a:latin typeface="Chakra Petch"/>
                <a:ea typeface="Chakra Petch"/>
                <a:cs typeface="Chakra Petch"/>
                <a:sym typeface="Chakra Petch"/>
              </a:rPr>
              <a:t>Why:</a:t>
            </a:r>
            <a:endParaRPr b="0" sz="2100">
              <a:solidFill>
                <a:schemeClr val="dk1"/>
              </a:solidFill>
              <a:latin typeface="Chakra Petch"/>
              <a:ea typeface="Chakra Petch"/>
              <a:cs typeface="Chakra Petch"/>
              <a:sym typeface="Chakra Petch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-"/>
            </a:pPr>
            <a:r>
              <a:rPr lang="ro" sz="2100">
                <a:solidFill>
                  <a:schemeClr val="dk1"/>
                </a:solidFill>
                <a:latin typeface="Chakra Petch"/>
                <a:ea typeface="Chakra Petch"/>
                <a:cs typeface="Chakra Petch"/>
                <a:sym typeface="Chakra Petch"/>
              </a:rPr>
              <a:t>unified brain</a:t>
            </a:r>
            <a:r>
              <a:rPr b="0" lang="ro" sz="2100">
                <a:solidFill>
                  <a:schemeClr val="dk1"/>
                </a:solidFill>
                <a:latin typeface="Chakra Petch"/>
                <a:ea typeface="Chakra Petch"/>
                <a:cs typeface="Chakra Petch"/>
                <a:sym typeface="Chakra Petch"/>
              </a:rPr>
              <a:t>: single (vocabulary+vector space)</a:t>
            </a:r>
            <a:endParaRPr b="0" sz="2100">
              <a:solidFill>
                <a:schemeClr val="dk1"/>
              </a:solidFill>
              <a:latin typeface="Chakra Petch"/>
              <a:ea typeface="Chakra Petch"/>
              <a:cs typeface="Chakra Petch"/>
              <a:sym typeface="Chakra Petch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E599"/>
        </a:solidFill>
      </p:bgPr>
    </p:bg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p4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o"/>
              <a:t>Results</a:t>
            </a:r>
            <a:endParaRPr/>
          </a:p>
        </p:txBody>
      </p:sp>
      <p:graphicFrame>
        <p:nvGraphicFramePr>
          <p:cNvPr id="730" name="Google Shape;730;p44"/>
          <p:cNvGraphicFramePr/>
          <p:nvPr/>
        </p:nvGraphicFramePr>
        <p:xfrm>
          <a:off x="952500" y="1238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{A6A7E03C-2A14-415D-BD7D-55432BB6565A}</a:tableStyleId>
              </a:tblPr>
              <a:tblGrid>
                <a:gridCol w="1809750"/>
                <a:gridCol w="1809750"/>
                <a:gridCol w="1809750"/>
                <a:gridCol w="18097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o"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Language</a:t>
                      </a:r>
                      <a:endParaRPr b="1"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o"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Precision</a:t>
                      </a:r>
                      <a:endParaRPr b="1"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o"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Recall</a:t>
                      </a:r>
                      <a:endParaRPr b="1"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o"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F1</a:t>
                      </a:r>
                      <a:endParaRPr b="1"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o"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English</a:t>
                      </a:r>
                      <a:endParaRPr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o"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0.7395</a:t>
                      </a:r>
                      <a:endParaRPr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o"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0.7700</a:t>
                      </a:r>
                      <a:endParaRPr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o"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0.7407</a:t>
                      </a:r>
                      <a:endParaRPr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o"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French</a:t>
                      </a:r>
                      <a:endParaRPr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o"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0.8023</a:t>
                      </a:r>
                      <a:endParaRPr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o"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0.7063</a:t>
                      </a:r>
                      <a:endParaRPr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o"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0.7172</a:t>
                      </a:r>
                      <a:endParaRPr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o"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German</a:t>
                      </a:r>
                      <a:endParaRPr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o"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0.7684</a:t>
                      </a:r>
                      <a:endParaRPr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o"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0.7607</a:t>
                      </a:r>
                      <a:endParaRPr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o"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0.7257</a:t>
                      </a:r>
                      <a:endParaRPr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183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o"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Spanish</a:t>
                      </a:r>
                      <a:endParaRPr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o"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0.7984</a:t>
                      </a:r>
                      <a:endParaRPr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o"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0.6671</a:t>
                      </a:r>
                      <a:endParaRPr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o"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0.6510</a:t>
                      </a:r>
                      <a:endParaRPr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o"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Polish</a:t>
                      </a:r>
                      <a:endParaRPr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o"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0.8175</a:t>
                      </a:r>
                      <a:endParaRPr b="1"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o"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0.8174</a:t>
                      </a:r>
                      <a:endParaRPr b="1"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o"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0.8135</a:t>
                      </a:r>
                      <a:endParaRPr b="1"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o"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Russian</a:t>
                      </a:r>
                      <a:endParaRPr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o"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0.8285</a:t>
                      </a:r>
                      <a:endParaRPr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o"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0.7999</a:t>
                      </a:r>
                      <a:endParaRPr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o"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0.7820</a:t>
                      </a:r>
                      <a:endParaRPr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731" name="Google Shape;731;p44"/>
          <p:cNvSpPr txBox="1"/>
          <p:nvPr/>
        </p:nvSpPr>
        <p:spPr>
          <a:xfrm>
            <a:off x="2683039" y="4156350"/>
            <a:ext cx="3777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o" sz="12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rPr>
              <a:t>Table </a:t>
            </a:r>
            <a:r>
              <a:rPr lang="ro" sz="12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rPr>
              <a:t>2. Macro-Averaged Metrics</a:t>
            </a:r>
            <a:endParaRPr sz="1200">
              <a:solidFill>
                <a:schemeClr val="dk1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E599"/>
        </a:solidFill>
      </p:bgPr>
    </p:bg>
    <p:spTree>
      <p:nvGrpSpPr>
        <p:cNvPr id="735" name="Shape 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" name="Google Shape;736;p4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o"/>
              <a:t>Results</a:t>
            </a:r>
            <a:endParaRPr/>
          </a:p>
        </p:txBody>
      </p:sp>
      <p:sp>
        <p:nvSpPr>
          <p:cNvPr id="737" name="Google Shape;737;p45"/>
          <p:cNvSpPr txBox="1"/>
          <p:nvPr/>
        </p:nvSpPr>
        <p:spPr>
          <a:xfrm>
            <a:off x="794089" y="4298225"/>
            <a:ext cx="3777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o" sz="12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rPr>
              <a:t>Figure 3. Confusion Matrix for EN</a:t>
            </a:r>
            <a:endParaRPr sz="1200">
              <a:solidFill>
                <a:schemeClr val="dk1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738" name="Google Shape;738;p45"/>
          <p:cNvSpPr txBox="1"/>
          <p:nvPr/>
        </p:nvSpPr>
        <p:spPr>
          <a:xfrm>
            <a:off x="4914525" y="4298225"/>
            <a:ext cx="3581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o" sz="12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rPr>
              <a:t>Figure 4. Confusion Matrix for PL</a:t>
            </a:r>
            <a:endParaRPr sz="1200">
              <a:solidFill>
                <a:schemeClr val="dk1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pic>
        <p:nvPicPr>
          <p:cNvPr id="739" name="Google Shape;739;p45" title="confusion_matrix_e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4100" y="1170125"/>
            <a:ext cx="3204111" cy="2975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740" name="Google Shape;740;p45" title="confusion_matrix_pl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14536" y="1170125"/>
            <a:ext cx="3204111" cy="2975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E599"/>
        </a:solidFill>
      </p:bgPr>
    </p:bg>
    <p:spTree>
      <p:nvGrpSpPr>
        <p:cNvPr id="744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p4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o"/>
              <a:t>Limitations</a:t>
            </a:r>
            <a:endParaRPr/>
          </a:p>
        </p:txBody>
      </p:sp>
      <p:sp>
        <p:nvSpPr>
          <p:cNvPr id="746" name="Google Shape;746;p46"/>
          <p:cNvSpPr txBox="1"/>
          <p:nvPr>
            <p:ph idx="1" type="body"/>
          </p:nvPr>
        </p:nvSpPr>
        <p:spPr>
          <a:xfrm>
            <a:off x="720000" y="1161950"/>
            <a:ext cx="7704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b="0" lang="ro" sz="2000"/>
              <a:t>Dataset is </a:t>
            </a:r>
            <a:r>
              <a:rPr lang="ro" sz="2000"/>
              <a:t>unbalanced</a:t>
            </a:r>
            <a:r>
              <a:rPr b="0" lang="ro" sz="2000"/>
              <a:t> -&gt; possible classifier bias</a:t>
            </a:r>
            <a:endParaRPr b="0"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b="0" lang="ro" sz="2000"/>
              <a:t>Limited hardware -&gt; limited model -&gt; small context window -&gt; subdividing samples into sentences &amp; Low Scalability to Long Text</a:t>
            </a:r>
            <a:endParaRPr b="0"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b="0" lang="ro" sz="2000"/>
              <a:t>Difficult to find </a:t>
            </a:r>
            <a:r>
              <a:rPr b="0" i="1" lang="ro" sz="2000"/>
              <a:t>“off-the-shelf” </a:t>
            </a:r>
            <a:r>
              <a:rPr b="0" lang="ro" sz="2000"/>
              <a:t>SMT and older NMT models (convolutional)</a:t>
            </a:r>
            <a:endParaRPr b="0" sz="20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E599"/>
        </a:solidFill>
      </p:bgPr>
    </p:bg>
    <p:spTree>
      <p:nvGrpSpPr>
        <p:cNvPr id="750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Google Shape;751;p4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o"/>
              <a:t>Conclusions</a:t>
            </a:r>
            <a:endParaRPr/>
          </a:p>
        </p:txBody>
      </p:sp>
      <p:sp>
        <p:nvSpPr>
          <p:cNvPr id="752" name="Google Shape;752;p47"/>
          <p:cNvSpPr txBox="1"/>
          <p:nvPr>
            <p:ph idx="1" type="body"/>
          </p:nvPr>
        </p:nvSpPr>
        <p:spPr>
          <a:xfrm>
            <a:off x="720000" y="1161950"/>
            <a:ext cx="7704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b="0" lang="ro" sz="2000"/>
              <a:t>Language patterns were preserved, moreover we seen some significant improvement for Slavic languages (Polish and Russian)</a:t>
            </a:r>
            <a:endParaRPr b="0"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b="0" lang="ro" sz="2000"/>
              <a:t>Language pattern preservation was correlated with better translations</a:t>
            </a:r>
            <a:endParaRPr b="0" sz="20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E599"/>
        </a:solidFill>
      </p:bgPr>
    </p:bg>
    <p:spTree>
      <p:nvGrpSpPr>
        <p:cNvPr id="756" name="Shape 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p4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o"/>
              <a:t>Future Work</a:t>
            </a:r>
            <a:endParaRPr/>
          </a:p>
        </p:txBody>
      </p:sp>
      <p:sp>
        <p:nvSpPr>
          <p:cNvPr id="758" name="Google Shape;758;p48"/>
          <p:cNvSpPr txBox="1"/>
          <p:nvPr>
            <p:ph idx="1" type="body"/>
          </p:nvPr>
        </p:nvSpPr>
        <p:spPr>
          <a:xfrm>
            <a:off x="720000" y="1161950"/>
            <a:ext cx="7704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b="0" lang="ro" sz="2000"/>
              <a:t>Analysis of language preservation for different MT model architectures: PB-SMT, RB-MT, NMT with RNNs, CNNs</a:t>
            </a:r>
            <a:endParaRPr b="0"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b="0" lang="ro" sz="2000"/>
              <a:t>Rerun the </a:t>
            </a:r>
            <a:r>
              <a:rPr b="0" lang="ro" sz="2000"/>
              <a:t>experiment on a better dataset</a:t>
            </a:r>
            <a:endParaRPr b="0"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b="0" lang="ro" sz="2000"/>
              <a:t>Compare language preservation from other source languages, not only English</a:t>
            </a:r>
            <a:endParaRPr b="0" sz="20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E599"/>
        </a:solidFill>
      </p:bgPr>
    </p:bg>
    <p:spTree>
      <p:nvGrpSpPr>
        <p:cNvPr id="762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p49"/>
          <p:cNvSpPr txBox="1"/>
          <p:nvPr>
            <p:ph type="title"/>
          </p:nvPr>
        </p:nvSpPr>
        <p:spPr>
          <a:xfrm>
            <a:off x="720000" y="2285400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o">
                <a:latin typeface="Chakra Petch"/>
                <a:ea typeface="Chakra Petch"/>
                <a:cs typeface="Chakra Petch"/>
                <a:sym typeface="Chakra Petch"/>
              </a:rPr>
              <a:t>Thank you!</a:t>
            </a:r>
            <a:endParaRPr b="1">
              <a:latin typeface="Chakra Petch"/>
              <a:ea typeface="Chakra Petch"/>
              <a:cs typeface="Chakra Petch"/>
              <a:sym typeface="Chakra Petch"/>
            </a:endParaRPr>
          </a:p>
        </p:txBody>
      </p:sp>
      <p:sp>
        <p:nvSpPr>
          <p:cNvPr id="764" name="Google Shape;764;p49"/>
          <p:cNvSpPr txBox="1"/>
          <p:nvPr/>
        </p:nvSpPr>
        <p:spPr>
          <a:xfrm>
            <a:off x="1957000" y="3055550"/>
            <a:ext cx="4190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omputer Science &amp; Mathematics Major for College: Software &amp; Media Applications by Slidesgo">
  <a:themeElements>
    <a:clrScheme name="Simple Light">
      <a:dk1>
        <a:srgbClr val="000000"/>
      </a:dk1>
      <a:lt1>
        <a:srgbClr val="FFFFFF"/>
      </a:lt1>
      <a:dk2>
        <a:srgbClr val="666666"/>
      </a:dk2>
      <a:lt2>
        <a:srgbClr val="FFFFFF"/>
      </a:lt2>
      <a:accent1>
        <a:srgbClr val="B7B7B7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